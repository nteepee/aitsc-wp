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12192000"/>
  <p:notesSz cx="6858000" cy="9144000"/>
  <p:embeddedFontLst>
    <p:embeddedFont>
      <p:font typeface="Poppins"/>
      <p:regular r:id="rId36"/>
      <p:bold r:id="rId37"/>
      <p:italic r:id="rId38"/>
      <p:boldItalic r:id="rId39"/>
    </p:embeddedFont>
    <p:embeddedFont>
      <p:font typeface="Poppins Medium"/>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63">
          <p15:clr>
            <a:srgbClr val="A4A3A4"/>
          </p15:clr>
        </p15:guide>
      </p15:sldGuideLst>
    </p:ext>
    <p:ext uri="GoogleSlidesCustomDataVersion2">
      <go:slidesCustomData xmlns:go="http://customooxmlschemas.google.com/" r:id="rId44" roundtripDataSignature="AMtx7mibepW51AyNXBDbixxqkSMO60Un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63"/>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Medium-regular.fntdata"/><Relationship Id="rId20" Type="http://schemas.openxmlformats.org/officeDocument/2006/relationships/slide" Target="slides/slide15.xml"/><Relationship Id="rId42" Type="http://schemas.openxmlformats.org/officeDocument/2006/relationships/font" Target="fonts/PoppinsMedium-italic.fntdata"/><Relationship Id="rId41" Type="http://schemas.openxmlformats.org/officeDocument/2006/relationships/font" Target="fonts/PoppinsMedium-bold.fntdata"/><Relationship Id="rId22" Type="http://schemas.openxmlformats.org/officeDocument/2006/relationships/slide" Target="slides/slide17.xml"/><Relationship Id="rId44" Type="http://customschemas.google.com/relationships/presentationmetadata" Target="metadata"/><Relationship Id="rId21" Type="http://schemas.openxmlformats.org/officeDocument/2006/relationships/slide" Target="slides/slide16.xml"/><Relationship Id="rId43" Type="http://schemas.openxmlformats.org/officeDocument/2006/relationships/font" Target="fonts/PoppinsMedium-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Poppins-bold.fntdata"/><Relationship Id="rId14" Type="http://schemas.openxmlformats.org/officeDocument/2006/relationships/slide" Target="slides/slide9.xml"/><Relationship Id="rId36" Type="http://schemas.openxmlformats.org/officeDocument/2006/relationships/font" Target="fonts/Poppins-regular.fntdata"/><Relationship Id="rId17" Type="http://schemas.openxmlformats.org/officeDocument/2006/relationships/slide" Target="slides/slide12.xml"/><Relationship Id="rId39" Type="http://schemas.openxmlformats.org/officeDocument/2006/relationships/font" Target="fonts/Poppins-boldItalic.fntdata"/><Relationship Id="rId16" Type="http://schemas.openxmlformats.org/officeDocument/2006/relationships/slide" Target="slides/slide11.xml"/><Relationship Id="rId38" Type="http://schemas.openxmlformats.org/officeDocument/2006/relationships/font" Target="fonts/Poppins-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 name="Google Shape;7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 name="Google Shape;8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4" name="Google Shape;21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9" name="Google Shape;24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8" name="Google Shape;3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7" name="Google Shape;37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7" name="Google Shape;42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3" name="Google Shape;46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7" name="Google Shape;49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2" name="Google Shape;53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5" name="Google Shape;63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3" name="Google Shape;67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2" name="Google Shape;76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6" name="Google Shape;96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7" name="Google Shape;100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7" name="Google Shape;104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3" name="Google Shape;115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7" name="Google Shape;118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4" name="Google Shape;122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p:cSld name="Slide 1">
    <p:spTree>
      <p:nvGrpSpPr>
        <p:cNvPr id="10" name="Shape 10"/>
        <p:cNvGrpSpPr/>
        <p:nvPr/>
      </p:nvGrpSpPr>
      <p:grpSpPr>
        <a:xfrm>
          <a:off x="0" y="0"/>
          <a:ext cx="0" cy="0"/>
          <a:chOff x="0" y="0"/>
          <a:chExt cx="0" cy="0"/>
        </a:xfrm>
      </p:grpSpPr>
      <p:sp>
        <p:nvSpPr>
          <p:cNvPr id="11" name="Google Shape;11;p32"/>
          <p:cNvSpPr/>
          <p:nvPr>
            <p:ph idx="2" type="pic"/>
          </p:nvPr>
        </p:nvSpPr>
        <p:spPr>
          <a:xfrm>
            <a:off x="6752362" y="1350220"/>
            <a:ext cx="4263302" cy="4770342"/>
          </a:xfrm>
          <a:prstGeom prst="rect">
            <a:avLst/>
          </a:prstGeom>
          <a:solidFill>
            <a:schemeClr val="lt1"/>
          </a:solidFill>
          <a:ln>
            <a:noFill/>
          </a:ln>
        </p:spPr>
      </p:sp>
      <p:sp>
        <p:nvSpPr>
          <p:cNvPr id="12" name="Google Shape;12;p32"/>
          <p:cNvSpPr/>
          <p:nvPr>
            <p:ph idx="3" type="pic"/>
          </p:nvPr>
        </p:nvSpPr>
        <p:spPr>
          <a:xfrm>
            <a:off x="5131041" y="4531519"/>
            <a:ext cx="572053" cy="574863"/>
          </a:xfrm>
          <a:prstGeom prst="ellipse">
            <a:avLst/>
          </a:prstGeom>
          <a:solidFill>
            <a:schemeClr val="lt1"/>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p:cSld name="Slide 2">
    <p:spTree>
      <p:nvGrpSpPr>
        <p:cNvPr id="13" name="Shape 13"/>
        <p:cNvGrpSpPr/>
        <p:nvPr/>
      </p:nvGrpSpPr>
      <p:grpSpPr>
        <a:xfrm>
          <a:off x="0" y="0"/>
          <a:ext cx="0" cy="0"/>
          <a:chOff x="0" y="0"/>
          <a:chExt cx="0" cy="0"/>
        </a:xfrm>
      </p:grpSpPr>
      <p:sp>
        <p:nvSpPr>
          <p:cNvPr id="14" name="Google Shape;14;p33"/>
          <p:cNvSpPr/>
          <p:nvPr>
            <p:ph idx="2" type="pic"/>
          </p:nvPr>
        </p:nvSpPr>
        <p:spPr>
          <a:xfrm>
            <a:off x="1009650" y="4241801"/>
            <a:ext cx="3987800" cy="1879599"/>
          </a:xfrm>
          <a:prstGeom prst="roundRect">
            <a:avLst>
              <a:gd fmla="val 8897" name="adj"/>
            </a:avLst>
          </a:prstGeom>
          <a:solidFill>
            <a:schemeClr val="lt1"/>
          </a:solid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p:cSld name="Slide 3">
    <p:spTree>
      <p:nvGrpSpPr>
        <p:cNvPr id="15" name="Shape 15"/>
        <p:cNvGrpSpPr/>
        <p:nvPr/>
      </p:nvGrpSpPr>
      <p:grpSpPr>
        <a:xfrm>
          <a:off x="0" y="0"/>
          <a:ext cx="0" cy="0"/>
          <a:chOff x="0" y="0"/>
          <a:chExt cx="0" cy="0"/>
        </a:xfrm>
      </p:grpSpPr>
      <p:sp>
        <p:nvSpPr>
          <p:cNvPr id="16" name="Google Shape;16;p34"/>
          <p:cNvSpPr/>
          <p:nvPr>
            <p:ph idx="2" type="pic"/>
          </p:nvPr>
        </p:nvSpPr>
        <p:spPr>
          <a:xfrm>
            <a:off x="927100" y="1485901"/>
            <a:ext cx="3980180" cy="4665980"/>
          </a:xfrm>
          <a:prstGeom prst="roundRect">
            <a:avLst>
              <a:gd fmla="val 4111" name="adj"/>
            </a:avLst>
          </a:prstGeom>
          <a:solidFill>
            <a:schemeClr val="lt1"/>
          </a:solid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p:cSld name="Slide 4">
    <p:spTree>
      <p:nvGrpSpPr>
        <p:cNvPr id="17" name="Shape 17"/>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p:cSld name="Slide 5">
    <p:spTree>
      <p:nvGrpSpPr>
        <p:cNvPr id="18" name="Shape 18"/>
        <p:cNvGrpSpPr/>
        <p:nvPr/>
      </p:nvGrpSpPr>
      <p:grpSpPr>
        <a:xfrm>
          <a:off x="0" y="0"/>
          <a:ext cx="0" cy="0"/>
          <a:chOff x="0" y="0"/>
          <a:chExt cx="0" cy="0"/>
        </a:xfrm>
      </p:grpSpPr>
      <p:sp>
        <p:nvSpPr>
          <p:cNvPr id="19" name="Google Shape;19;p36"/>
          <p:cNvSpPr/>
          <p:nvPr>
            <p:ph idx="2" type="pic"/>
          </p:nvPr>
        </p:nvSpPr>
        <p:spPr>
          <a:xfrm>
            <a:off x="7856311" y="3649980"/>
            <a:ext cx="3430814" cy="2352221"/>
          </a:xfrm>
          <a:prstGeom prst="roundRect">
            <a:avLst>
              <a:gd fmla="val 4111" name="adj"/>
            </a:avLst>
          </a:prstGeom>
          <a:solidFill>
            <a:schemeClr val="lt1"/>
          </a:solid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p:cSld name="Slide 6">
    <p:spTree>
      <p:nvGrpSpPr>
        <p:cNvPr id="20" name="Shape 2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p:cSld name="Slide 7">
    <p:spTree>
      <p:nvGrpSpPr>
        <p:cNvPr id="21" name="Shape 2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p:cSld name="Slide 8">
    <p:spTree>
      <p:nvGrpSpPr>
        <p:cNvPr id="22" name="Shape 22"/>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p:cSld name="Slide 9">
    <p:spTree>
      <p:nvGrpSpPr>
        <p:cNvPr id="23" name="Shape 23"/>
        <p:cNvGrpSpPr/>
        <p:nvPr/>
      </p:nvGrpSpPr>
      <p:grpSpPr>
        <a:xfrm>
          <a:off x="0" y="0"/>
          <a:ext cx="0" cy="0"/>
          <a:chOff x="0" y="0"/>
          <a:chExt cx="0" cy="0"/>
        </a:xfrm>
      </p:grpSpPr>
      <p:sp>
        <p:nvSpPr>
          <p:cNvPr id="24" name="Google Shape;24;p40"/>
          <p:cNvSpPr/>
          <p:nvPr>
            <p:ph idx="2" type="pic"/>
          </p:nvPr>
        </p:nvSpPr>
        <p:spPr>
          <a:xfrm>
            <a:off x="6624411" y="1630681"/>
            <a:ext cx="4684146" cy="1950720"/>
          </a:xfrm>
          <a:prstGeom prst="roundRect">
            <a:avLst>
              <a:gd fmla="val 4111" name="adj"/>
            </a:avLst>
          </a:prstGeom>
          <a:solidFill>
            <a:schemeClr val="lt1"/>
          </a:solidFill>
          <a:ln>
            <a:noFill/>
          </a:ln>
        </p:spPr>
      </p:sp>
      <p:sp>
        <p:nvSpPr>
          <p:cNvPr id="25" name="Google Shape;25;p40"/>
          <p:cNvSpPr/>
          <p:nvPr>
            <p:ph idx="3" type="pic"/>
          </p:nvPr>
        </p:nvSpPr>
        <p:spPr>
          <a:xfrm>
            <a:off x="1078065" y="3413208"/>
            <a:ext cx="1061885" cy="1067101"/>
          </a:xfrm>
          <a:prstGeom prst="ellipse">
            <a:avLst/>
          </a:prstGeom>
          <a:solidFill>
            <a:schemeClr val="lt1"/>
          </a:solid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p:cSld name="Slide 10">
    <p:spTree>
      <p:nvGrpSpPr>
        <p:cNvPr id="26" name="Shape 26"/>
        <p:cNvGrpSpPr/>
        <p:nvPr/>
      </p:nvGrpSpPr>
      <p:grpSpPr>
        <a:xfrm>
          <a:off x="0" y="0"/>
          <a:ext cx="0" cy="0"/>
          <a:chOff x="0" y="0"/>
          <a:chExt cx="0" cy="0"/>
        </a:xfrm>
      </p:grpSpPr>
      <p:sp>
        <p:nvSpPr>
          <p:cNvPr id="27" name="Google Shape;27;p41"/>
          <p:cNvSpPr/>
          <p:nvPr>
            <p:ph idx="2" type="pic"/>
          </p:nvPr>
        </p:nvSpPr>
        <p:spPr>
          <a:xfrm>
            <a:off x="2167229" y="4293292"/>
            <a:ext cx="1430496" cy="1880702"/>
          </a:xfrm>
          <a:prstGeom prst="rect">
            <a:avLst/>
          </a:prstGeom>
          <a:solidFill>
            <a:schemeClr val="lt1"/>
          </a:solid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p:cSld name="Slide 11">
    <p:spTree>
      <p:nvGrpSpPr>
        <p:cNvPr id="28" name="Shape 28"/>
        <p:cNvGrpSpPr/>
        <p:nvPr/>
      </p:nvGrpSpPr>
      <p:grpSpPr>
        <a:xfrm>
          <a:off x="0" y="0"/>
          <a:ext cx="0" cy="0"/>
          <a:chOff x="0" y="0"/>
          <a:chExt cx="0" cy="0"/>
        </a:xfrm>
      </p:grpSpPr>
      <p:sp>
        <p:nvSpPr>
          <p:cNvPr id="29" name="Google Shape;29;p42"/>
          <p:cNvSpPr/>
          <p:nvPr>
            <p:ph idx="2" type="pic"/>
          </p:nvPr>
        </p:nvSpPr>
        <p:spPr>
          <a:xfrm>
            <a:off x="7361290" y="3969795"/>
            <a:ext cx="3792780" cy="2192954"/>
          </a:xfrm>
          <a:prstGeom prst="rect">
            <a:avLst/>
          </a:prstGeom>
          <a:solidFill>
            <a:schemeClr val="lt1"/>
          </a:solid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p:cSld name="Slide 12">
    <p:spTree>
      <p:nvGrpSpPr>
        <p:cNvPr id="30" name="Shape 30"/>
        <p:cNvGrpSpPr/>
        <p:nvPr/>
      </p:nvGrpSpPr>
      <p:grpSpPr>
        <a:xfrm>
          <a:off x="0" y="0"/>
          <a:ext cx="0" cy="0"/>
          <a:chOff x="0" y="0"/>
          <a:chExt cx="0" cy="0"/>
        </a:xfrm>
      </p:grpSpPr>
      <p:sp>
        <p:nvSpPr>
          <p:cNvPr id="31" name="Google Shape;31;p43"/>
          <p:cNvSpPr/>
          <p:nvPr>
            <p:ph idx="2" type="pic"/>
          </p:nvPr>
        </p:nvSpPr>
        <p:spPr>
          <a:xfrm>
            <a:off x="4859111" y="1652906"/>
            <a:ext cx="1994127" cy="2152332"/>
          </a:xfrm>
          <a:prstGeom prst="roundRect">
            <a:avLst>
              <a:gd fmla="val 4111" name="adj"/>
            </a:avLst>
          </a:prstGeom>
          <a:solidFill>
            <a:schemeClr val="lt1"/>
          </a:solid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p:cSld name="Slide 13">
    <p:spTree>
      <p:nvGrpSpPr>
        <p:cNvPr id="32" name="Shape 32"/>
        <p:cNvGrpSpPr/>
        <p:nvPr/>
      </p:nvGrpSpPr>
      <p:grpSpPr>
        <a:xfrm>
          <a:off x="0" y="0"/>
          <a:ext cx="0" cy="0"/>
          <a:chOff x="0" y="0"/>
          <a:chExt cx="0" cy="0"/>
        </a:xfrm>
      </p:grpSpPr>
      <p:sp>
        <p:nvSpPr>
          <p:cNvPr id="33" name="Google Shape;33;p44"/>
          <p:cNvSpPr/>
          <p:nvPr>
            <p:ph idx="2" type="pic"/>
          </p:nvPr>
        </p:nvSpPr>
        <p:spPr>
          <a:xfrm>
            <a:off x="5633811" y="3136900"/>
            <a:ext cx="2303689" cy="2814638"/>
          </a:xfrm>
          <a:prstGeom prst="roundRect">
            <a:avLst>
              <a:gd fmla="val 4111" name="adj"/>
            </a:avLst>
          </a:prstGeom>
          <a:solidFill>
            <a:schemeClr val="lt1"/>
          </a:solid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p:cSld name="Slide 14">
    <p:spTree>
      <p:nvGrpSpPr>
        <p:cNvPr id="34" name="Shape 34"/>
        <p:cNvGrpSpPr/>
        <p:nvPr/>
      </p:nvGrpSpPr>
      <p:grpSpPr>
        <a:xfrm>
          <a:off x="0" y="0"/>
          <a:ext cx="0" cy="0"/>
          <a:chOff x="0" y="0"/>
          <a:chExt cx="0" cy="0"/>
        </a:xfrm>
      </p:grpSpPr>
      <p:sp>
        <p:nvSpPr>
          <p:cNvPr id="35" name="Google Shape;35;p45"/>
          <p:cNvSpPr/>
          <p:nvPr>
            <p:ph idx="2" type="pic"/>
          </p:nvPr>
        </p:nvSpPr>
        <p:spPr>
          <a:xfrm>
            <a:off x="7310211" y="1816100"/>
            <a:ext cx="4043589" cy="2743200"/>
          </a:xfrm>
          <a:prstGeom prst="roundRect">
            <a:avLst>
              <a:gd fmla="val 4111" name="adj"/>
            </a:avLst>
          </a:prstGeom>
          <a:solidFill>
            <a:schemeClr val="lt1"/>
          </a:solid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p:cSld name="Slide 15">
    <p:spTree>
      <p:nvGrpSpPr>
        <p:cNvPr id="36" name="Shape 36"/>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6">
  <p:cSld name="Slide 16">
    <p:spTree>
      <p:nvGrpSpPr>
        <p:cNvPr id="37" name="Shape 37"/>
        <p:cNvGrpSpPr/>
        <p:nvPr/>
      </p:nvGrpSpPr>
      <p:grpSpPr>
        <a:xfrm>
          <a:off x="0" y="0"/>
          <a:ext cx="0" cy="0"/>
          <a:chOff x="0" y="0"/>
          <a:chExt cx="0" cy="0"/>
        </a:xfrm>
      </p:grpSpPr>
      <p:sp>
        <p:nvSpPr>
          <p:cNvPr id="38" name="Google Shape;38;p47"/>
          <p:cNvSpPr/>
          <p:nvPr>
            <p:ph idx="2" type="pic"/>
          </p:nvPr>
        </p:nvSpPr>
        <p:spPr>
          <a:xfrm>
            <a:off x="8631386" y="1785521"/>
            <a:ext cx="2871223" cy="2107043"/>
          </a:xfrm>
          <a:prstGeom prst="rect">
            <a:avLst/>
          </a:prstGeom>
          <a:solidFill>
            <a:schemeClr val="lt1"/>
          </a:solid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7">
  <p:cSld name="Slide 17">
    <p:spTree>
      <p:nvGrpSpPr>
        <p:cNvPr id="39" name="Shape 39"/>
        <p:cNvGrpSpPr/>
        <p:nvPr/>
      </p:nvGrpSpPr>
      <p:grpSpPr>
        <a:xfrm>
          <a:off x="0" y="0"/>
          <a:ext cx="0" cy="0"/>
          <a:chOff x="0" y="0"/>
          <a:chExt cx="0" cy="0"/>
        </a:xfrm>
      </p:grpSpPr>
      <p:sp>
        <p:nvSpPr>
          <p:cNvPr id="40" name="Google Shape;40;p48"/>
          <p:cNvSpPr/>
          <p:nvPr>
            <p:ph idx="2" type="pic"/>
          </p:nvPr>
        </p:nvSpPr>
        <p:spPr>
          <a:xfrm>
            <a:off x="3639911" y="2882900"/>
            <a:ext cx="4018189" cy="2273300"/>
          </a:xfrm>
          <a:prstGeom prst="roundRect">
            <a:avLst>
              <a:gd fmla="val 4111" name="adj"/>
            </a:avLst>
          </a:prstGeom>
          <a:solidFill>
            <a:schemeClr val="lt1"/>
          </a:solid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8">
  <p:cSld name="Slide 18">
    <p:spTree>
      <p:nvGrpSpPr>
        <p:cNvPr id="41" name="Shape 41"/>
        <p:cNvGrpSpPr/>
        <p:nvPr/>
      </p:nvGrpSpPr>
      <p:grpSpPr>
        <a:xfrm>
          <a:off x="0" y="0"/>
          <a:ext cx="0" cy="0"/>
          <a:chOff x="0" y="0"/>
          <a:chExt cx="0" cy="0"/>
        </a:xfrm>
      </p:grpSpPr>
      <p:sp>
        <p:nvSpPr>
          <p:cNvPr id="42" name="Google Shape;42;p49"/>
          <p:cNvSpPr/>
          <p:nvPr>
            <p:ph idx="2" type="pic"/>
          </p:nvPr>
        </p:nvSpPr>
        <p:spPr>
          <a:xfrm>
            <a:off x="6400800" y="1619333"/>
            <a:ext cx="1189839" cy="1195684"/>
          </a:xfrm>
          <a:prstGeom prst="ellipse">
            <a:avLst/>
          </a:prstGeom>
          <a:solidFill>
            <a:schemeClr val="lt1"/>
          </a:solidFill>
          <a:ln>
            <a:noFill/>
          </a:ln>
        </p:spPr>
      </p:sp>
      <p:sp>
        <p:nvSpPr>
          <p:cNvPr id="43" name="Google Shape;43;p49"/>
          <p:cNvSpPr/>
          <p:nvPr>
            <p:ph idx="3" type="pic"/>
          </p:nvPr>
        </p:nvSpPr>
        <p:spPr>
          <a:xfrm>
            <a:off x="5931694" y="3783805"/>
            <a:ext cx="1028700" cy="1033753"/>
          </a:xfrm>
          <a:prstGeom prst="ellipse">
            <a:avLst/>
          </a:prstGeom>
          <a:solidFill>
            <a:schemeClr val="lt1"/>
          </a:solid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9">
  <p:cSld name="Slide 19">
    <p:spTree>
      <p:nvGrpSpPr>
        <p:cNvPr id="44" name="Shape 44"/>
        <p:cNvGrpSpPr/>
        <p:nvPr/>
      </p:nvGrpSpPr>
      <p:grpSpPr>
        <a:xfrm>
          <a:off x="0" y="0"/>
          <a:ext cx="0" cy="0"/>
          <a:chOff x="0" y="0"/>
          <a:chExt cx="0" cy="0"/>
        </a:xfrm>
      </p:grpSpPr>
      <p:sp>
        <p:nvSpPr>
          <p:cNvPr id="45" name="Google Shape;45;p50"/>
          <p:cNvSpPr/>
          <p:nvPr>
            <p:ph idx="2" type="pic"/>
          </p:nvPr>
        </p:nvSpPr>
        <p:spPr>
          <a:xfrm>
            <a:off x="684838" y="1377485"/>
            <a:ext cx="3307299" cy="2358173"/>
          </a:xfrm>
          <a:prstGeom prst="roundRect">
            <a:avLst>
              <a:gd fmla="val 4111" name="adj"/>
            </a:avLst>
          </a:prstGeom>
          <a:solidFill>
            <a:schemeClr val="lt1"/>
          </a:solid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0">
  <p:cSld name="Slide 20">
    <p:spTree>
      <p:nvGrpSpPr>
        <p:cNvPr id="46" name="Shape 46"/>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1">
  <p:cSld name="Slide 21">
    <p:spTree>
      <p:nvGrpSpPr>
        <p:cNvPr id="47" name="Shape 47"/>
        <p:cNvGrpSpPr/>
        <p:nvPr/>
      </p:nvGrpSpPr>
      <p:grpSpPr>
        <a:xfrm>
          <a:off x="0" y="0"/>
          <a:ext cx="0" cy="0"/>
          <a:chOff x="0" y="0"/>
          <a:chExt cx="0" cy="0"/>
        </a:xfrm>
      </p:grpSpPr>
      <p:sp>
        <p:nvSpPr>
          <p:cNvPr id="48" name="Google Shape;48;p52"/>
          <p:cNvSpPr/>
          <p:nvPr>
            <p:ph idx="2" type="pic"/>
          </p:nvPr>
        </p:nvSpPr>
        <p:spPr>
          <a:xfrm>
            <a:off x="6060785" y="1428306"/>
            <a:ext cx="1308390" cy="1314817"/>
          </a:xfrm>
          <a:prstGeom prst="ellipse">
            <a:avLst/>
          </a:prstGeom>
          <a:solidFill>
            <a:schemeClr val="lt1"/>
          </a:solidFill>
          <a:ln>
            <a:noFill/>
          </a:ln>
        </p:spPr>
      </p:sp>
      <p:sp>
        <p:nvSpPr>
          <p:cNvPr id="49" name="Google Shape;49;p52"/>
          <p:cNvSpPr/>
          <p:nvPr>
            <p:ph idx="3" type="pic"/>
          </p:nvPr>
        </p:nvSpPr>
        <p:spPr>
          <a:xfrm>
            <a:off x="5033815" y="4003288"/>
            <a:ext cx="1790732" cy="1583473"/>
          </a:xfrm>
          <a:prstGeom prst="roundRect">
            <a:avLst>
              <a:gd fmla="val 4111" name="adj"/>
            </a:avLst>
          </a:prstGeom>
          <a:solidFill>
            <a:schemeClr val="lt1"/>
          </a:solidFill>
          <a:ln>
            <a:noFill/>
          </a:ln>
        </p:spPr>
      </p:sp>
      <p:sp>
        <p:nvSpPr>
          <p:cNvPr id="50" name="Google Shape;50;p52"/>
          <p:cNvSpPr/>
          <p:nvPr>
            <p:ph idx="4" type="pic"/>
          </p:nvPr>
        </p:nvSpPr>
        <p:spPr>
          <a:xfrm>
            <a:off x="7286361" y="4003288"/>
            <a:ext cx="1790732" cy="1583473"/>
          </a:xfrm>
          <a:prstGeom prst="roundRect">
            <a:avLst>
              <a:gd fmla="val 4111" name="adj"/>
            </a:avLst>
          </a:prstGeom>
          <a:solidFill>
            <a:schemeClr val="lt1"/>
          </a:solidFill>
          <a:ln>
            <a:noFill/>
          </a:ln>
        </p:spPr>
      </p:sp>
      <p:sp>
        <p:nvSpPr>
          <p:cNvPr id="51" name="Google Shape;51;p52"/>
          <p:cNvSpPr/>
          <p:nvPr>
            <p:ph idx="5" type="pic"/>
          </p:nvPr>
        </p:nvSpPr>
        <p:spPr>
          <a:xfrm>
            <a:off x="9538907" y="4003288"/>
            <a:ext cx="1790732" cy="1583473"/>
          </a:xfrm>
          <a:prstGeom prst="roundRect">
            <a:avLst>
              <a:gd fmla="val 4111" name="adj"/>
            </a:avLst>
          </a:prstGeom>
          <a:solidFill>
            <a:schemeClr val="lt1"/>
          </a:solid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2">
  <p:cSld name="Slide 22">
    <p:spTree>
      <p:nvGrpSpPr>
        <p:cNvPr id="52" name="Shape 52"/>
        <p:cNvGrpSpPr/>
        <p:nvPr/>
      </p:nvGrpSpPr>
      <p:grpSpPr>
        <a:xfrm>
          <a:off x="0" y="0"/>
          <a:ext cx="0" cy="0"/>
          <a:chOff x="0" y="0"/>
          <a:chExt cx="0" cy="0"/>
        </a:xfrm>
      </p:grpSpPr>
      <p:sp>
        <p:nvSpPr>
          <p:cNvPr id="53" name="Google Shape;53;p53"/>
          <p:cNvSpPr/>
          <p:nvPr>
            <p:ph idx="2" type="pic"/>
          </p:nvPr>
        </p:nvSpPr>
        <p:spPr>
          <a:xfrm>
            <a:off x="1956077" y="1984917"/>
            <a:ext cx="3485717" cy="1839951"/>
          </a:xfrm>
          <a:prstGeom prst="roundRect">
            <a:avLst>
              <a:gd fmla="val 4111" name="adj"/>
            </a:avLst>
          </a:prstGeom>
          <a:solidFill>
            <a:schemeClr val="lt1"/>
          </a:solid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3">
  <p:cSld name="Slide 23">
    <p:spTree>
      <p:nvGrpSpPr>
        <p:cNvPr id="54" name="Shape 54"/>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4">
  <p:cSld name="Slide 24">
    <p:spTree>
      <p:nvGrpSpPr>
        <p:cNvPr id="55" name="Shape 55"/>
        <p:cNvGrpSpPr/>
        <p:nvPr/>
      </p:nvGrpSpPr>
      <p:grpSpPr>
        <a:xfrm>
          <a:off x="0" y="0"/>
          <a:ext cx="0" cy="0"/>
          <a:chOff x="0" y="0"/>
          <a:chExt cx="0" cy="0"/>
        </a:xfrm>
      </p:grpSpPr>
      <p:sp>
        <p:nvSpPr>
          <p:cNvPr id="56" name="Google Shape;56;p55"/>
          <p:cNvSpPr/>
          <p:nvPr>
            <p:ph idx="2" type="pic"/>
          </p:nvPr>
        </p:nvSpPr>
        <p:spPr>
          <a:xfrm>
            <a:off x="1086283" y="4482790"/>
            <a:ext cx="2850098" cy="1616927"/>
          </a:xfrm>
          <a:prstGeom prst="roundRect">
            <a:avLst>
              <a:gd fmla="val 4111" name="adj"/>
            </a:avLst>
          </a:prstGeom>
          <a:solidFill>
            <a:schemeClr val="lt1"/>
          </a:solidFill>
          <a:ln>
            <a:noFill/>
          </a:ln>
        </p:spPr>
      </p:sp>
      <p:sp>
        <p:nvSpPr>
          <p:cNvPr id="57" name="Google Shape;57;p55"/>
          <p:cNvSpPr/>
          <p:nvPr>
            <p:ph idx="3" type="pic"/>
          </p:nvPr>
        </p:nvSpPr>
        <p:spPr>
          <a:xfrm>
            <a:off x="4911151" y="3468029"/>
            <a:ext cx="2415200" cy="1427357"/>
          </a:xfrm>
          <a:prstGeom prst="roundRect">
            <a:avLst>
              <a:gd fmla="val 4111" name="adj"/>
            </a:avLst>
          </a:prstGeom>
          <a:solidFill>
            <a:schemeClr val="lt1"/>
          </a:solid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5">
  <p:cSld name="Slide 25">
    <p:spTree>
      <p:nvGrpSpPr>
        <p:cNvPr id="58" name="Shape 58"/>
        <p:cNvGrpSpPr/>
        <p:nvPr/>
      </p:nvGrpSpPr>
      <p:grpSpPr>
        <a:xfrm>
          <a:off x="0" y="0"/>
          <a:ext cx="0" cy="0"/>
          <a:chOff x="0" y="0"/>
          <a:chExt cx="0" cy="0"/>
        </a:xfrm>
      </p:grpSpPr>
      <p:sp>
        <p:nvSpPr>
          <p:cNvPr id="59" name="Google Shape;59;p56"/>
          <p:cNvSpPr/>
          <p:nvPr>
            <p:ph idx="2" type="pic"/>
          </p:nvPr>
        </p:nvSpPr>
        <p:spPr>
          <a:xfrm>
            <a:off x="4320063" y="1571364"/>
            <a:ext cx="3414633" cy="2553724"/>
          </a:xfrm>
          <a:prstGeom prst="rect">
            <a:avLst/>
          </a:prstGeom>
          <a:solidFill>
            <a:schemeClr val="lt1"/>
          </a:solid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6">
  <p:cSld name="Slide 26">
    <p:spTree>
      <p:nvGrpSpPr>
        <p:cNvPr id="60" name="Shape 60"/>
        <p:cNvGrpSpPr/>
        <p:nvPr/>
      </p:nvGrpSpPr>
      <p:grpSpPr>
        <a:xfrm>
          <a:off x="0" y="0"/>
          <a:ext cx="0" cy="0"/>
          <a:chOff x="0" y="0"/>
          <a:chExt cx="0" cy="0"/>
        </a:xfrm>
      </p:grpSpPr>
      <p:sp>
        <p:nvSpPr>
          <p:cNvPr id="61" name="Google Shape;61;p57"/>
          <p:cNvSpPr/>
          <p:nvPr>
            <p:ph idx="2" type="pic"/>
          </p:nvPr>
        </p:nvSpPr>
        <p:spPr>
          <a:xfrm>
            <a:off x="1014845" y="3895725"/>
            <a:ext cx="2590368" cy="2265905"/>
          </a:xfrm>
          <a:prstGeom prst="roundRect">
            <a:avLst>
              <a:gd fmla="val 4111" name="adj"/>
            </a:avLst>
          </a:prstGeom>
          <a:solidFill>
            <a:schemeClr val="lt1"/>
          </a:solid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7">
  <p:cSld name="Slide 27">
    <p:spTree>
      <p:nvGrpSpPr>
        <p:cNvPr id="62" name="Shape 62"/>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8">
  <p:cSld name="Slide 28">
    <p:spTree>
      <p:nvGrpSpPr>
        <p:cNvPr id="63" name="Shape 63"/>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9">
  <p:cSld name="Slide 29">
    <p:spTree>
      <p:nvGrpSpPr>
        <p:cNvPr id="64" name="Shape 64"/>
        <p:cNvGrpSpPr/>
        <p:nvPr/>
      </p:nvGrpSpPr>
      <p:grpSpPr>
        <a:xfrm>
          <a:off x="0" y="0"/>
          <a:ext cx="0" cy="0"/>
          <a:chOff x="0" y="0"/>
          <a:chExt cx="0" cy="0"/>
        </a:xfrm>
      </p:grpSpPr>
      <p:sp>
        <p:nvSpPr>
          <p:cNvPr id="65" name="Google Shape;65;p60"/>
          <p:cNvSpPr/>
          <p:nvPr>
            <p:ph idx="2" type="pic"/>
          </p:nvPr>
        </p:nvSpPr>
        <p:spPr>
          <a:xfrm>
            <a:off x="6858083" y="1449660"/>
            <a:ext cx="3412189" cy="4578156"/>
          </a:xfrm>
          <a:prstGeom prst="roundRect">
            <a:avLst>
              <a:gd fmla="val 4111" name="adj"/>
            </a:avLst>
          </a:prstGeom>
          <a:solidFill>
            <a:schemeClr val="lt1"/>
          </a:solid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0">
  <p:cSld name="Slide 30">
    <p:spTree>
      <p:nvGrpSpPr>
        <p:cNvPr id="66" name="Shape 66"/>
        <p:cNvGrpSpPr/>
        <p:nvPr/>
      </p:nvGrpSpPr>
      <p:grpSpPr>
        <a:xfrm>
          <a:off x="0" y="0"/>
          <a:ext cx="0" cy="0"/>
          <a:chOff x="0" y="0"/>
          <a:chExt cx="0" cy="0"/>
        </a:xfrm>
      </p:grpSpPr>
      <p:sp>
        <p:nvSpPr>
          <p:cNvPr id="67" name="Google Shape;67;p61"/>
          <p:cNvSpPr/>
          <p:nvPr>
            <p:ph idx="2" type="pic"/>
          </p:nvPr>
        </p:nvSpPr>
        <p:spPr>
          <a:xfrm>
            <a:off x="722391" y="614363"/>
            <a:ext cx="5090345" cy="5672137"/>
          </a:xfrm>
          <a:prstGeom prst="rect">
            <a:avLst/>
          </a:prstGeom>
          <a:solidFill>
            <a:schemeClr val="lt1"/>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2.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36">
          <p15:clr>
            <a:srgbClr val="F26B43"/>
          </p15:clr>
        </p15:guide>
        <p15:guide id="2" pos="7344">
          <p15:clr>
            <a:srgbClr val="F26B43"/>
          </p15:clr>
        </p15:guide>
        <p15:guide id="3" orient="horz" pos="360">
          <p15:clr>
            <a:srgbClr val="F26B43"/>
          </p15:clr>
        </p15:guide>
        <p15:guide id="4" orient="horz" pos="3960">
          <p15:clr>
            <a:srgbClr val="F26B43"/>
          </p15:clr>
        </p15:guide>
        <p15:guide id="5" pos="600">
          <p15:clr>
            <a:srgbClr val="F26B43"/>
          </p15:clr>
        </p15:guide>
        <p15:guide id="6" pos="70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5.xml"/><Relationship Id="rId3" Type="http://schemas.openxmlformats.org/officeDocument/2006/relationships/image" Target="../media/image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0.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lang="en-US">
                <a:solidFill>
                  <a:schemeClr val="dk1"/>
                </a:solidFill>
                <a:latin typeface="Poppins"/>
                <a:ea typeface="Poppins"/>
                <a:cs typeface="Poppins"/>
                <a:sym typeface="Poppins"/>
              </a:rPr>
              <a:t>AITSC</a:t>
            </a:r>
            <a:endParaRPr b="0" i="0" sz="1400" u="none" cap="none" strike="noStrike">
              <a:solidFill>
                <a:srgbClr val="000000"/>
              </a:solidFill>
              <a:latin typeface="Arial"/>
              <a:ea typeface="Arial"/>
              <a:cs typeface="Arial"/>
              <a:sym typeface="Arial"/>
            </a:endParaRPr>
          </a:p>
        </p:txBody>
      </p:sp>
      <p:sp>
        <p:nvSpPr>
          <p:cNvPr id="74" name="Google Shape;74;p1"/>
          <p:cNvSpPr/>
          <p:nvPr/>
        </p:nvSpPr>
        <p:spPr>
          <a:xfrm>
            <a:off x="3722615" y="527050"/>
            <a:ext cx="6484200"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75" name="Google Shape;75;p1"/>
          <p:cNvSpPr/>
          <p:nvPr/>
        </p:nvSpPr>
        <p:spPr>
          <a:xfrm>
            <a:off x="10374925" y="527050"/>
            <a:ext cx="1283700"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76" name="Google Shape;76;p1"/>
          <p:cNvSpPr txBox="1"/>
          <p:nvPr/>
        </p:nvSpPr>
        <p:spPr>
          <a:xfrm>
            <a:off x="10517275" y="567700"/>
            <a:ext cx="9990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lang="en-US" sz="1100">
                <a:solidFill>
                  <a:schemeClr val="lt1"/>
                </a:solidFill>
                <a:latin typeface="Poppins"/>
                <a:ea typeface="Poppins"/>
                <a:cs typeface="Poppins"/>
                <a:sym typeface="Poppins"/>
              </a:rPr>
              <a:t>Contact Us</a:t>
            </a:r>
            <a:endParaRPr b="0" i="0" sz="1400" u="none" cap="none" strike="noStrike">
              <a:solidFill>
                <a:srgbClr val="000000"/>
              </a:solidFill>
              <a:latin typeface="Arial"/>
              <a:ea typeface="Arial"/>
              <a:cs typeface="Arial"/>
              <a:sym typeface="Arial"/>
            </a:endParaRPr>
          </a:p>
        </p:txBody>
      </p:sp>
      <p:sp>
        <p:nvSpPr>
          <p:cNvPr id="77" name="Google Shape;77;p1"/>
          <p:cNvSpPr txBox="1"/>
          <p:nvPr/>
        </p:nvSpPr>
        <p:spPr>
          <a:xfrm>
            <a:off x="3953121" y="567700"/>
            <a:ext cx="6063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lang="en-US" sz="1100">
                <a:solidFill>
                  <a:schemeClr val="dk1"/>
                </a:solidFill>
                <a:latin typeface="Poppins"/>
                <a:ea typeface="Poppins"/>
                <a:cs typeface="Poppins"/>
                <a:sym typeface="Poppins"/>
              </a:rPr>
              <a:t>Start</a:t>
            </a:r>
            <a:endParaRPr b="0" i="0" sz="1400" u="none" cap="none" strike="noStrike">
              <a:solidFill>
                <a:srgbClr val="000000"/>
              </a:solidFill>
              <a:latin typeface="Arial"/>
              <a:ea typeface="Arial"/>
              <a:cs typeface="Arial"/>
              <a:sym typeface="Arial"/>
            </a:endParaRPr>
          </a:p>
        </p:txBody>
      </p:sp>
      <p:sp>
        <p:nvSpPr>
          <p:cNvPr id="78" name="Google Shape;78;p1"/>
          <p:cNvSpPr txBox="1"/>
          <p:nvPr/>
        </p:nvSpPr>
        <p:spPr>
          <a:xfrm>
            <a:off x="8099690" y="567700"/>
            <a:ext cx="8097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79" name="Google Shape;79;p1"/>
          <p:cNvSpPr txBox="1"/>
          <p:nvPr/>
        </p:nvSpPr>
        <p:spPr>
          <a:xfrm>
            <a:off x="9277655" y="567700"/>
            <a:ext cx="755400" cy="2616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sp>
        <p:nvSpPr>
          <p:cNvPr id="80" name="Google Shape;80;p1"/>
          <p:cNvSpPr txBox="1"/>
          <p:nvPr/>
        </p:nvSpPr>
        <p:spPr>
          <a:xfrm>
            <a:off x="527038" y="2152744"/>
            <a:ext cx="5040000" cy="156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lang="en-US" sz="4800">
                <a:solidFill>
                  <a:schemeClr val="dk1"/>
                </a:solidFill>
                <a:latin typeface="Poppins Medium"/>
                <a:ea typeface="Poppins Medium"/>
                <a:cs typeface="Poppins Medium"/>
                <a:sym typeface="Poppins Medium"/>
              </a:rPr>
              <a:t>Passenger</a:t>
            </a:r>
            <a:endParaRPr sz="4800">
              <a:solidFill>
                <a:schemeClr val="dk1"/>
              </a:solidFill>
              <a:latin typeface="Poppins Medium"/>
              <a:ea typeface="Poppins Medium"/>
              <a:cs typeface="Poppins Medium"/>
              <a:sym typeface="Poppins Medium"/>
            </a:endParaRPr>
          </a:p>
          <a:p>
            <a:pPr indent="0" lvl="0" marL="0" marR="0" rtl="0" algn="l">
              <a:lnSpc>
                <a:spcPct val="100000"/>
              </a:lnSpc>
              <a:spcBef>
                <a:spcPts val="0"/>
              </a:spcBef>
              <a:spcAft>
                <a:spcPts val="0"/>
              </a:spcAft>
              <a:buClr>
                <a:srgbClr val="000000"/>
              </a:buClr>
              <a:buSzPts val="4800"/>
              <a:buFont typeface="Arial"/>
              <a:buNone/>
            </a:pPr>
            <a:r>
              <a:rPr lang="en-US" sz="4800">
                <a:solidFill>
                  <a:schemeClr val="dk1"/>
                </a:solidFill>
                <a:latin typeface="Poppins Medium"/>
                <a:ea typeface="Poppins Medium"/>
                <a:cs typeface="Poppins Medium"/>
                <a:sym typeface="Poppins Medium"/>
              </a:rPr>
              <a:t>Safety System</a:t>
            </a:r>
            <a:endParaRPr sz="4800">
              <a:solidFill>
                <a:schemeClr val="dk1"/>
              </a:solidFill>
              <a:latin typeface="Poppins Medium"/>
              <a:ea typeface="Poppins Medium"/>
              <a:cs typeface="Poppins Medium"/>
              <a:sym typeface="Poppins Medium"/>
            </a:endParaRPr>
          </a:p>
        </p:txBody>
      </p:sp>
      <p:sp>
        <p:nvSpPr>
          <p:cNvPr id="81" name="Google Shape;81;p1"/>
          <p:cNvSpPr txBox="1"/>
          <p:nvPr/>
        </p:nvSpPr>
        <p:spPr>
          <a:xfrm>
            <a:off x="946138" y="1726036"/>
            <a:ext cx="3276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lang="en-US">
                <a:solidFill>
                  <a:schemeClr val="dk1"/>
                </a:solidFill>
                <a:latin typeface="Poppins"/>
                <a:ea typeface="Poppins"/>
                <a:cs typeface="Poppins"/>
                <a:sym typeface="Poppins"/>
              </a:rPr>
              <a:t>Technology Solutions Company</a:t>
            </a:r>
            <a:endParaRPr b="0" i="0" sz="1400" u="none" cap="none" strike="noStrike">
              <a:solidFill>
                <a:srgbClr val="000000"/>
              </a:solidFill>
              <a:latin typeface="Arial"/>
              <a:ea typeface="Arial"/>
              <a:cs typeface="Arial"/>
              <a:sym typeface="Arial"/>
            </a:endParaRPr>
          </a:p>
        </p:txBody>
      </p:sp>
      <p:sp>
        <p:nvSpPr>
          <p:cNvPr id="82" name="Google Shape;82;p1"/>
          <p:cNvSpPr txBox="1"/>
          <p:nvPr/>
        </p:nvSpPr>
        <p:spPr>
          <a:xfrm>
            <a:off x="527025" y="4004200"/>
            <a:ext cx="46614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lang="en-US">
                <a:solidFill>
                  <a:schemeClr val="dk1"/>
                </a:solidFill>
                <a:latin typeface="Poppins"/>
                <a:ea typeface="Poppins"/>
                <a:cs typeface="Poppins"/>
                <a:sym typeface="Poppins"/>
              </a:rPr>
              <a:t>Real-time seat belt detection system that installs easily with seamless hardware integration and smart alerts.</a:t>
            </a:r>
            <a:endParaRPr b="0" i="0" sz="1400" u="none" cap="none" strike="noStrike">
              <a:solidFill>
                <a:srgbClr val="000000"/>
              </a:solidFill>
              <a:latin typeface="Arial"/>
              <a:ea typeface="Arial"/>
              <a:cs typeface="Arial"/>
              <a:sym typeface="Arial"/>
            </a:endParaRPr>
          </a:p>
        </p:txBody>
      </p:sp>
      <p:sp>
        <p:nvSpPr>
          <p:cNvPr id="83" name="Google Shape;83;p1"/>
          <p:cNvSpPr/>
          <p:nvPr/>
        </p:nvSpPr>
        <p:spPr>
          <a:xfrm>
            <a:off x="637895" y="5367538"/>
            <a:ext cx="1304064" cy="484875"/>
          </a:xfrm>
          <a:custGeom>
            <a:rect b="b" l="l" r="r" t="t"/>
            <a:pathLst>
              <a:path extrusionOk="0" h="126682" w="340709">
                <a:moveTo>
                  <a:pt x="13811" y="0"/>
                </a:moveTo>
                <a:lnTo>
                  <a:pt x="326898" y="0"/>
                </a:lnTo>
                <a:cubicBezTo>
                  <a:pt x="334526" y="0"/>
                  <a:pt x="340709" y="6184"/>
                  <a:pt x="340709" y="13811"/>
                </a:cubicBezTo>
                <a:lnTo>
                  <a:pt x="340709" y="48768"/>
                </a:lnTo>
                <a:cubicBezTo>
                  <a:pt x="340709" y="91799"/>
                  <a:pt x="305826" y="126683"/>
                  <a:pt x="262795" y="126683"/>
                </a:cubicBezTo>
                <a:lnTo>
                  <a:pt x="13811" y="126683"/>
                </a:lnTo>
                <a:cubicBezTo>
                  <a:pt x="6184" y="126683"/>
                  <a:pt x="0" y="120499"/>
                  <a:pt x="0" y="112871"/>
                </a:cubicBezTo>
                <a:lnTo>
                  <a:pt x="0" y="13811"/>
                </a:lnTo>
                <a:cubicBezTo>
                  <a:pt x="0" y="6184"/>
                  <a:pt x="6184" y="0"/>
                  <a:pt x="13811" y="0"/>
                </a:cubicBezTo>
                <a:close/>
              </a:path>
            </a:pathLst>
          </a:custGeom>
          <a:solidFill>
            <a:schemeClr val="lt2"/>
          </a:solidFill>
          <a:ln cap="flat" cmpd="sng" w="12700">
            <a:solidFill>
              <a:schemeClr val="accent2"/>
            </a:solidFill>
            <a:prstDash val="solid"/>
            <a:miter lim="8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4" name="Google Shape;84;p1"/>
          <p:cNvSpPr txBox="1"/>
          <p:nvPr/>
        </p:nvSpPr>
        <p:spPr>
          <a:xfrm>
            <a:off x="603090" y="5471526"/>
            <a:ext cx="13041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Get Started!</a:t>
            </a:r>
            <a:endParaRPr b="0" i="0" sz="1400" u="none" cap="none" strike="noStrike">
              <a:solidFill>
                <a:srgbClr val="000000"/>
              </a:solidFill>
              <a:latin typeface="Arial"/>
              <a:ea typeface="Arial"/>
              <a:cs typeface="Arial"/>
              <a:sym typeface="Arial"/>
            </a:endParaRPr>
          </a:p>
        </p:txBody>
      </p:sp>
      <p:pic>
        <p:nvPicPr>
          <p:cNvPr id="85" name="Google Shape;85;p1" title="favicon-32.png"/>
          <p:cNvPicPr preferRelativeResize="0"/>
          <p:nvPr/>
        </p:nvPicPr>
        <p:blipFill>
          <a:blip r:embed="rId3">
            <a:alphaModFix/>
          </a:blip>
          <a:stretch>
            <a:fillRect/>
          </a:stretch>
        </p:blipFill>
        <p:spPr>
          <a:xfrm>
            <a:off x="637900" y="1727525"/>
            <a:ext cx="304800" cy="304800"/>
          </a:xfrm>
          <a:prstGeom prst="rect">
            <a:avLst/>
          </a:prstGeom>
          <a:noFill/>
          <a:ln>
            <a:noFill/>
          </a:ln>
        </p:spPr>
      </p:pic>
      <p:pic>
        <p:nvPicPr>
          <p:cNvPr id="86" name="Google Shape;86;p1" title="hero-image.png"/>
          <p:cNvPicPr preferRelativeResize="0"/>
          <p:nvPr/>
        </p:nvPicPr>
        <p:blipFill>
          <a:blip r:embed="rId4">
            <a:alphaModFix/>
          </a:blip>
          <a:stretch>
            <a:fillRect/>
          </a:stretch>
        </p:blipFill>
        <p:spPr>
          <a:xfrm>
            <a:off x="5655580" y="1637312"/>
            <a:ext cx="6038674" cy="41764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lang="en-US">
                <a:solidFill>
                  <a:schemeClr val="dk1"/>
                </a:solidFill>
                <a:latin typeface="Poppins"/>
                <a:ea typeface="Poppins"/>
                <a:cs typeface="Poppins"/>
                <a:sym typeface="Poppins"/>
              </a:rPr>
              <a:t>AITSC</a:t>
            </a:r>
            <a:endParaRPr b="0" i="0" sz="1400" u="none" cap="none" strike="noStrike">
              <a:solidFill>
                <a:srgbClr val="000000"/>
              </a:solidFill>
              <a:latin typeface="Arial"/>
              <a:ea typeface="Arial"/>
              <a:cs typeface="Arial"/>
              <a:sym typeface="Arial"/>
            </a:endParaRPr>
          </a:p>
        </p:txBody>
      </p:sp>
      <p:sp>
        <p:nvSpPr>
          <p:cNvPr id="92" name="Google Shape;92;p2"/>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93" name="Google Shape;93;p2"/>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94" name="Google Shape;94;p2"/>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95" name="Google Shape;95;p2"/>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96" name="Google Shape;96;p2"/>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97" name="Google Shape;97;p2"/>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98" name="Google Shape;98;p2"/>
          <p:cNvGrpSpPr/>
          <p:nvPr/>
        </p:nvGrpSpPr>
        <p:grpSpPr>
          <a:xfrm>
            <a:off x="6997702" y="669152"/>
            <a:ext cx="95248" cy="68286"/>
            <a:chOff x="3790" y="2022"/>
            <a:chExt cx="282" cy="150"/>
          </a:xfrm>
        </p:grpSpPr>
        <p:cxnSp>
          <p:nvCxnSpPr>
            <p:cNvPr id="99" name="Google Shape;99;p2"/>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100" name="Google Shape;100;p2"/>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101" name="Google Shape;101;p2"/>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102" name="Google Shape;102;p2"/>
          <p:cNvSpPr txBox="1"/>
          <p:nvPr/>
        </p:nvSpPr>
        <p:spPr>
          <a:xfrm>
            <a:off x="920159" y="1467275"/>
            <a:ext cx="3467100" cy="144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lang="en-US" sz="4400">
                <a:solidFill>
                  <a:schemeClr val="dk1"/>
                </a:solidFill>
                <a:latin typeface="Poppins Medium"/>
                <a:ea typeface="Poppins Medium"/>
                <a:cs typeface="Poppins Medium"/>
                <a:sym typeface="Poppins Medium"/>
              </a:rPr>
              <a:t>System Overview.</a:t>
            </a:r>
            <a:endParaRPr b="0" i="0" sz="4400" u="none" cap="none" strike="noStrike">
              <a:solidFill>
                <a:schemeClr val="dk1"/>
              </a:solidFill>
              <a:latin typeface="Poppins Medium"/>
              <a:ea typeface="Poppins Medium"/>
              <a:cs typeface="Poppins Medium"/>
              <a:sym typeface="Poppins Medium"/>
            </a:endParaRPr>
          </a:p>
        </p:txBody>
      </p:sp>
      <p:sp>
        <p:nvSpPr>
          <p:cNvPr id="103" name="Google Shape;103;p2"/>
          <p:cNvSpPr txBox="1"/>
          <p:nvPr/>
        </p:nvSpPr>
        <p:spPr>
          <a:xfrm>
            <a:off x="920150" y="2914175"/>
            <a:ext cx="4227600" cy="19239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lang="en-US">
                <a:solidFill>
                  <a:schemeClr val="dk1"/>
                </a:solidFill>
                <a:latin typeface="Poppins"/>
                <a:ea typeface="Poppins"/>
                <a:cs typeface="Poppins"/>
                <a:sym typeface="Poppins"/>
              </a:rPr>
              <a:t>A safety solution designed for buses and other passenger transportation vehicles. Its primary function is to monitor seatbelt usage for all passengers and to provide visual and audible alerts if seatbelts are not properly fastened.</a:t>
            </a:r>
            <a:endParaRPr b="0" i="0" sz="1400" u="none" cap="none" strike="noStrike">
              <a:solidFill>
                <a:srgbClr val="000000"/>
              </a:solidFill>
              <a:latin typeface="Arial"/>
              <a:ea typeface="Arial"/>
              <a:cs typeface="Arial"/>
              <a:sym typeface="Arial"/>
            </a:endParaRPr>
          </a:p>
        </p:txBody>
      </p:sp>
      <p:sp>
        <p:nvSpPr>
          <p:cNvPr id="104" name="Google Shape;104;p2"/>
          <p:cNvSpPr/>
          <p:nvPr/>
        </p:nvSpPr>
        <p:spPr>
          <a:xfrm>
            <a:off x="6802902" y="1411674"/>
            <a:ext cx="4468940" cy="4797494"/>
          </a:xfrm>
          <a:prstGeom prst="roundRect">
            <a:avLst>
              <a:gd fmla="val 3943"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05" name="Google Shape;105;p2"/>
          <p:cNvSpPr/>
          <p:nvPr/>
        </p:nvSpPr>
        <p:spPr>
          <a:xfrm>
            <a:off x="6716448" y="1323068"/>
            <a:ext cx="4468940" cy="4797494"/>
          </a:xfrm>
          <a:prstGeom prst="roundRect">
            <a:avLst>
              <a:gd fmla="val 459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06" name="Google Shape;106;p2"/>
          <p:cNvSpPr/>
          <p:nvPr/>
        </p:nvSpPr>
        <p:spPr>
          <a:xfrm>
            <a:off x="6262869" y="4384662"/>
            <a:ext cx="4781052" cy="1467497"/>
          </a:xfrm>
          <a:prstGeom prst="roundRect">
            <a:avLst>
              <a:gd fmla="val 10432"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07" name="Google Shape;107;p2"/>
          <p:cNvSpPr txBox="1"/>
          <p:nvPr/>
        </p:nvSpPr>
        <p:spPr>
          <a:xfrm>
            <a:off x="7025720" y="1780560"/>
            <a:ext cx="63986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Poppins Medium"/>
                <a:ea typeface="Poppins Medium"/>
                <a:cs typeface="Poppins Medium"/>
                <a:sym typeface="Poppins Medium"/>
              </a:rPr>
              <a:t>01</a:t>
            </a:r>
            <a:endParaRPr b="0" i="0" sz="2000" u="none" cap="none" strike="noStrike">
              <a:solidFill>
                <a:schemeClr val="lt1"/>
              </a:solidFill>
              <a:latin typeface="Poppins Medium"/>
              <a:ea typeface="Poppins Medium"/>
              <a:cs typeface="Poppins Medium"/>
              <a:sym typeface="Poppins Medium"/>
            </a:endParaRPr>
          </a:p>
        </p:txBody>
      </p:sp>
      <p:sp>
        <p:nvSpPr>
          <p:cNvPr id="108" name="Google Shape;108;p2"/>
          <p:cNvSpPr txBox="1"/>
          <p:nvPr/>
        </p:nvSpPr>
        <p:spPr>
          <a:xfrm>
            <a:off x="7025728" y="2165275"/>
            <a:ext cx="38505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050"/>
              <a:buFont typeface="Arial"/>
              <a:buNone/>
            </a:pPr>
            <a:r>
              <a:rPr lang="en-US" sz="1050">
                <a:solidFill>
                  <a:schemeClr val="lt1"/>
                </a:solidFill>
                <a:latin typeface="Poppins"/>
                <a:ea typeface="Poppins"/>
                <a:cs typeface="Poppins"/>
                <a:sym typeface="Poppins"/>
              </a:rPr>
              <a:t>Instantly detects and reports unbuckled passengers, enabling operators to take immediate action for onboard safety and reducing liability risks.</a:t>
            </a:r>
            <a:endParaRPr b="1" i="0" sz="1050" u="none" cap="none" strike="noStrike">
              <a:solidFill>
                <a:schemeClr val="lt1"/>
              </a:solidFill>
              <a:latin typeface="Poppins"/>
              <a:ea typeface="Poppins"/>
              <a:cs typeface="Poppins"/>
              <a:sym typeface="Poppins"/>
            </a:endParaRPr>
          </a:p>
        </p:txBody>
      </p:sp>
      <p:sp>
        <p:nvSpPr>
          <p:cNvPr id="109" name="Google Shape;109;p2"/>
          <p:cNvSpPr txBox="1"/>
          <p:nvPr/>
        </p:nvSpPr>
        <p:spPr>
          <a:xfrm>
            <a:off x="7665575" y="1795950"/>
            <a:ext cx="332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lang="en-US" sz="1800">
                <a:solidFill>
                  <a:schemeClr val="lt1"/>
                </a:solidFill>
                <a:latin typeface="Poppins Medium"/>
                <a:ea typeface="Poppins Medium"/>
                <a:cs typeface="Poppins Medium"/>
                <a:sym typeface="Poppins Medium"/>
              </a:rPr>
              <a:t>Real-Time Monitoring</a:t>
            </a:r>
            <a:endParaRPr b="0" i="0" sz="1800" u="none" cap="none" strike="noStrike">
              <a:solidFill>
                <a:schemeClr val="lt1"/>
              </a:solidFill>
              <a:latin typeface="Poppins Medium"/>
              <a:ea typeface="Poppins Medium"/>
              <a:cs typeface="Poppins Medium"/>
              <a:sym typeface="Poppins Medium"/>
            </a:endParaRPr>
          </a:p>
        </p:txBody>
      </p:sp>
      <p:cxnSp>
        <p:nvCxnSpPr>
          <p:cNvPr id="110" name="Google Shape;110;p2"/>
          <p:cNvCxnSpPr/>
          <p:nvPr/>
        </p:nvCxnSpPr>
        <p:spPr>
          <a:xfrm>
            <a:off x="7140073" y="2904887"/>
            <a:ext cx="3736046" cy="0"/>
          </a:xfrm>
          <a:prstGeom prst="straightConnector1">
            <a:avLst/>
          </a:prstGeom>
          <a:noFill/>
          <a:ln cap="flat" cmpd="sng" w="19050">
            <a:solidFill>
              <a:schemeClr val="lt2"/>
            </a:solidFill>
            <a:prstDash val="solid"/>
            <a:miter lim="800000"/>
            <a:headEnd len="sm" w="sm" type="none"/>
            <a:tailEnd len="sm" w="sm" type="none"/>
          </a:ln>
        </p:spPr>
      </p:cxnSp>
      <p:sp>
        <p:nvSpPr>
          <p:cNvPr id="111" name="Google Shape;111;p2"/>
          <p:cNvSpPr txBox="1"/>
          <p:nvPr/>
        </p:nvSpPr>
        <p:spPr>
          <a:xfrm>
            <a:off x="7025720" y="3159652"/>
            <a:ext cx="63986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Poppins Medium"/>
                <a:ea typeface="Poppins Medium"/>
                <a:cs typeface="Poppins Medium"/>
                <a:sym typeface="Poppins Medium"/>
              </a:rPr>
              <a:t>02</a:t>
            </a:r>
            <a:endParaRPr b="0" i="0" sz="2000" u="none" cap="none" strike="noStrike">
              <a:solidFill>
                <a:schemeClr val="lt1"/>
              </a:solidFill>
              <a:latin typeface="Poppins Medium"/>
              <a:ea typeface="Poppins Medium"/>
              <a:cs typeface="Poppins Medium"/>
              <a:sym typeface="Poppins Medium"/>
            </a:endParaRPr>
          </a:p>
        </p:txBody>
      </p:sp>
      <p:sp>
        <p:nvSpPr>
          <p:cNvPr id="112" name="Google Shape;112;p2"/>
          <p:cNvSpPr txBox="1"/>
          <p:nvPr/>
        </p:nvSpPr>
        <p:spPr>
          <a:xfrm>
            <a:off x="7025728" y="3544375"/>
            <a:ext cx="3850500" cy="4965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050"/>
              <a:buFont typeface="Arial"/>
              <a:buNone/>
            </a:pPr>
            <a:r>
              <a:rPr lang="en-US" sz="1050">
                <a:solidFill>
                  <a:schemeClr val="lt1"/>
                </a:solidFill>
                <a:latin typeface="Poppins"/>
                <a:ea typeface="Poppins"/>
                <a:cs typeface="Poppins"/>
                <a:sym typeface="Poppins"/>
              </a:rPr>
              <a:t>An intuitive display provides clear visual feedback allowing quick situational awareness.</a:t>
            </a:r>
            <a:endParaRPr b="1" i="0" sz="1050" u="none" cap="none" strike="noStrike">
              <a:solidFill>
                <a:schemeClr val="lt1"/>
              </a:solidFill>
              <a:latin typeface="Poppins"/>
              <a:ea typeface="Poppins"/>
              <a:cs typeface="Poppins"/>
              <a:sym typeface="Poppins"/>
            </a:endParaRPr>
          </a:p>
        </p:txBody>
      </p:sp>
      <p:sp>
        <p:nvSpPr>
          <p:cNvPr id="113" name="Google Shape;113;p2"/>
          <p:cNvSpPr txBox="1"/>
          <p:nvPr/>
        </p:nvSpPr>
        <p:spPr>
          <a:xfrm>
            <a:off x="7665575" y="3175050"/>
            <a:ext cx="3408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lang="en-US" sz="1800">
                <a:solidFill>
                  <a:schemeClr val="lt1"/>
                </a:solidFill>
                <a:latin typeface="Poppins Medium"/>
                <a:ea typeface="Poppins Medium"/>
                <a:cs typeface="Poppins Medium"/>
                <a:sym typeface="Poppins Medium"/>
              </a:rPr>
              <a:t>Visual Dashboard</a:t>
            </a:r>
            <a:endParaRPr b="0" i="0" sz="1800" u="none" cap="none" strike="noStrike">
              <a:solidFill>
                <a:schemeClr val="lt1"/>
              </a:solidFill>
              <a:latin typeface="Poppins Medium"/>
              <a:ea typeface="Poppins Medium"/>
              <a:cs typeface="Poppins Medium"/>
              <a:sym typeface="Poppins Medium"/>
            </a:endParaRPr>
          </a:p>
        </p:txBody>
      </p:sp>
      <p:cxnSp>
        <p:nvCxnSpPr>
          <p:cNvPr id="114" name="Google Shape;114;p2"/>
          <p:cNvCxnSpPr/>
          <p:nvPr/>
        </p:nvCxnSpPr>
        <p:spPr>
          <a:xfrm>
            <a:off x="7140073" y="4283979"/>
            <a:ext cx="3736046" cy="0"/>
          </a:xfrm>
          <a:prstGeom prst="straightConnector1">
            <a:avLst/>
          </a:prstGeom>
          <a:noFill/>
          <a:ln cap="flat" cmpd="sng" w="19050">
            <a:solidFill>
              <a:schemeClr val="lt2"/>
            </a:solidFill>
            <a:prstDash val="solid"/>
            <a:miter lim="800000"/>
            <a:headEnd len="sm" w="sm" type="none"/>
            <a:tailEnd len="sm" w="sm" type="none"/>
          </a:ln>
        </p:spPr>
      </p:cxnSp>
      <p:sp>
        <p:nvSpPr>
          <p:cNvPr id="115" name="Google Shape;115;p2"/>
          <p:cNvSpPr txBox="1"/>
          <p:nvPr/>
        </p:nvSpPr>
        <p:spPr>
          <a:xfrm>
            <a:off x="6500210" y="4538744"/>
            <a:ext cx="63986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Poppins Medium"/>
                <a:ea typeface="Poppins Medium"/>
                <a:cs typeface="Poppins Medium"/>
                <a:sym typeface="Poppins Medium"/>
              </a:rPr>
              <a:t>03</a:t>
            </a:r>
            <a:endParaRPr b="0" i="0" sz="2000" u="none" cap="none" strike="noStrike">
              <a:solidFill>
                <a:schemeClr val="lt1"/>
              </a:solidFill>
              <a:latin typeface="Poppins Medium"/>
              <a:ea typeface="Poppins Medium"/>
              <a:cs typeface="Poppins Medium"/>
              <a:sym typeface="Poppins Medium"/>
            </a:endParaRPr>
          </a:p>
        </p:txBody>
      </p:sp>
      <p:sp>
        <p:nvSpPr>
          <p:cNvPr id="116" name="Google Shape;116;p2"/>
          <p:cNvSpPr txBox="1"/>
          <p:nvPr/>
        </p:nvSpPr>
        <p:spPr>
          <a:xfrm>
            <a:off x="6500195" y="4923475"/>
            <a:ext cx="4376100" cy="7389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Clr>
                <a:schemeClr val="dk1"/>
              </a:buClr>
              <a:buSzPts val="1050"/>
              <a:buFont typeface="Arial"/>
              <a:buNone/>
            </a:pPr>
            <a:r>
              <a:rPr lang="en-US" sz="1050">
                <a:solidFill>
                  <a:schemeClr val="lt1"/>
                </a:solidFill>
                <a:latin typeface="Poppins"/>
                <a:ea typeface="Poppins"/>
                <a:cs typeface="Poppins"/>
                <a:sym typeface="Poppins"/>
              </a:rPr>
              <a:t>The system offers a fast and hassle-free setup, minimising downtime and installation costs.</a:t>
            </a:r>
            <a:endParaRPr b="1" sz="1050">
              <a:solidFill>
                <a:schemeClr val="lt1"/>
              </a:solidFill>
              <a:latin typeface="Poppins"/>
              <a:ea typeface="Poppins"/>
              <a:cs typeface="Poppins"/>
              <a:sym typeface="Poppins"/>
            </a:endParaRPr>
          </a:p>
          <a:p>
            <a:pPr indent="0" lvl="0" marL="0" marR="0" rtl="0" algn="l">
              <a:lnSpc>
                <a:spcPct val="150000"/>
              </a:lnSpc>
              <a:spcBef>
                <a:spcPts val="0"/>
              </a:spcBef>
              <a:spcAft>
                <a:spcPts val="0"/>
              </a:spcAft>
              <a:buClr>
                <a:srgbClr val="000000"/>
              </a:buClr>
              <a:buSzPts val="1050"/>
              <a:buFont typeface="Arial"/>
              <a:buNone/>
            </a:pPr>
            <a:r>
              <a:t/>
            </a:r>
            <a:endParaRPr sz="1050">
              <a:solidFill>
                <a:schemeClr val="lt1"/>
              </a:solidFill>
              <a:latin typeface="Poppins"/>
              <a:ea typeface="Poppins"/>
              <a:cs typeface="Poppins"/>
              <a:sym typeface="Poppins"/>
            </a:endParaRPr>
          </a:p>
        </p:txBody>
      </p:sp>
      <p:sp>
        <p:nvSpPr>
          <p:cNvPr id="117" name="Google Shape;117;p2"/>
          <p:cNvSpPr txBox="1"/>
          <p:nvPr/>
        </p:nvSpPr>
        <p:spPr>
          <a:xfrm>
            <a:off x="7140075" y="4554125"/>
            <a:ext cx="37362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800"/>
              <a:buFont typeface="Arial"/>
              <a:buNone/>
            </a:pPr>
            <a:r>
              <a:rPr lang="en-US" sz="1800">
                <a:solidFill>
                  <a:schemeClr val="lt1"/>
                </a:solidFill>
                <a:latin typeface="Poppins Medium"/>
                <a:ea typeface="Poppins Medium"/>
                <a:cs typeface="Poppins Medium"/>
                <a:sym typeface="Poppins Medium"/>
              </a:rPr>
              <a:t>Plug-and-Play Installation</a:t>
            </a:r>
            <a:endParaRPr sz="1800">
              <a:solidFill>
                <a:schemeClr val="lt1"/>
              </a:solidFill>
              <a:latin typeface="Poppins Medium"/>
              <a:ea typeface="Poppins Medium"/>
              <a:cs typeface="Poppins Medium"/>
              <a:sym typeface="Poppins Medium"/>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lt1"/>
              </a:solidFill>
              <a:latin typeface="Poppins Medium"/>
              <a:ea typeface="Poppins Medium"/>
              <a:cs typeface="Poppins Medium"/>
              <a:sym typeface="Poppins Medium"/>
            </a:endParaRPr>
          </a:p>
        </p:txBody>
      </p:sp>
      <p:cxnSp>
        <p:nvCxnSpPr>
          <p:cNvPr id="118" name="Google Shape;118;p2"/>
          <p:cNvCxnSpPr/>
          <p:nvPr/>
        </p:nvCxnSpPr>
        <p:spPr>
          <a:xfrm>
            <a:off x="6603763" y="5663071"/>
            <a:ext cx="4272356" cy="0"/>
          </a:xfrm>
          <a:prstGeom prst="straightConnector1">
            <a:avLst/>
          </a:prstGeom>
          <a:noFill/>
          <a:ln cap="flat" cmpd="sng" w="19050">
            <a:solidFill>
              <a:schemeClr val="lt2"/>
            </a:solidFill>
            <a:prstDash val="solid"/>
            <a:miter lim="800000"/>
            <a:headEnd len="sm" w="sm" type="none"/>
            <a:tailEnd len="sm" w="sm" type="none"/>
          </a:ln>
        </p:spPr>
      </p:cxnSp>
      <p:grpSp>
        <p:nvGrpSpPr>
          <p:cNvPr id="119" name="Google Shape;119;p2"/>
          <p:cNvGrpSpPr/>
          <p:nvPr/>
        </p:nvGrpSpPr>
        <p:grpSpPr>
          <a:xfrm flipH="1">
            <a:off x="4254552" y="4261418"/>
            <a:ext cx="1569264" cy="1410340"/>
            <a:chOff x="5857493" y="3214687"/>
            <a:chExt cx="478726" cy="430244"/>
          </a:xfrm>
        </p:grpSpPr>
        <p:sp>
          <p:nvSpPr>
            <p:cNvPr id="120" name="Google Shape;120;p2"/>
            <p:cNvSpPr/>
            <p:nvPr/>
          </p:nvSpPr>
          <p:spPr>
            <a:xfrm>
              <a:off x="5857874" y="3214687"/>
              <a:ext cx="9525" cy="430244"/>
            </a:xfrm>
            <a:custGeom>
              <a:rect b="b" l="l" r="r" t="t"/>
              <a:pathLst>
                <a:path extrusionOk="0" h="430244" w="9525">
                  <a:moveTo>
                    <a:pt x="0" y="0"/>
                  </a:moveTo>
                  <a:lnTo>
                    <a:pt x="0" y="430244"/>
                  </a:lnTo>
                </a:path>
              </a:pathLst>
            </a:custGeom>
            <a:noFill/>
            <a:ln cap="flat" cmpd="sng" w="19050">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21" name="Google Shape;121;p2"/>
            <p:cNvSpPr/>
            <p:nvPr/>
          </p:nvSpPr>
          <p:spPr>
            <a:xfrm>
              <a:off x="5857493" y="3402139"/>
              <a:ext cx="478726" cy="55340"/>
            </a:xfrm>
            <a:custGeom>
              <a:rect b="b" l="l" r="r" t="t"/>
              <a:pathLst>
                <a:path extrusionOk="0" h="55340" w="478726">
                  <a:moveTo>
                    <a:pt x="597" y="-624"/>
                  </a:moveTo>
                  <a:cubicBezTo>
                    <a:pt x="8112" y="9197"/>
                    <a:pt x="18599" y="16312"/>
                    <a:pt x="30506" y="19665"/>
                  </a:cubicBezTo>
                  <a:cubicBezTo>
                    <a:pt x="40383" y="21579"/>
                    <a:pt x="50460" y="22313"/>
                    <a:pt x="60509" y="21855"/>
                  </a:cubicBezTo>
                  <a:lnTo>
                    <a:pt x="120326" y="22808"/>
                  </a:lnTo>
                  <a:lnTo>
                    <a:pt x="239960" y="23951"/>
                  </a:lnTo>
                  <a:lnTo>
                    <a:pt x="359309" y="23951"/>
                  </a:lnTo>
                  <a:cubicBezTo>
                    <a:pt x="399123" y="23951"/>
                    <a:pt x="439033" y="23380"/>
                    <a:pt x="478943" y="22236"/>
                  </a:cubicBezTo>
                  <a:lnTo>
                    <a:pt x="478943" y="31761"/>
                  </a:lnTo>
                  <a:cubicBezTo>
                    <a:pt x="439033" y="30713"/>
                    <a:pt x="399123" y="30523"/>
                    <a:pt x="359309" y="30047"/>
                  </a:cubicBezTo>
                  <a:lnTo>
                    <a:pt x="239579" y="30047"/>
                  </a:lnTo>
                  <a:lnTo>
                    <a:pt x="119945" y="31285"/>
                  </a:lnTo>
                  <a:lnTo>
                    <a:pt x="60128" y="32238"/>
                  </a:lnTo>
                  <a:cubicBezTo>
                    <a:pt x="50080" y="31733"/>
                    <a:pt x="40002" y="32466"/>
                    <a:pt x="30125" y="34428"/>
                  </a:cubicBezTo>
                  <a:cubicBezTo>
                    <a:pt x="18218" y="37781"/>
                    <a:pt x="7731" y="44896"/>
                    <a:pt x="216" y="5471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
        <p:nvSpPr>
          <p:cNvPr id="122" name="Google Shape;122;p2"/>
          <p:cNvSpPr/>
          <p:nvPr/>
        </p:nvSpPr>
        <p:spPr>
          <a:xfrm rot="-1165185">
            <a:off x="3641804" y="1446253"/>
            <a:ext cx="525911" cy="611525"/>
          </a:xfrm>
          <a:custGeom>
            <a:rect b="b" l="l" r="r" t="t"/>
            <a:pathLst>
              <a:path extrusionOk="0" h="272" w="234">
                <a:moveTo>
                  <a:pt x="228" y="249"/>
                </a:moveTo>
                <a:cubicBezTo>
                  <a:pt x="188" y="231"/>
                  <a:pt x="150" y="207"/>
                  <a:pt x="118" y="177"/>
                </a:cubicBezTo>
                <a:cubicBezTo>
                  <a:pt x="123" y="168"/>
                  <a:pt x="129" y="159"/>
                  <a:pt x="135" y="150"/>
                </a:cubicBezTo>
                <a:cubicBezTo>
                  <a:pt x="138" y="153"/>
                  <a:pt x="142" y="157"/>
                  <a:pt x="145" y="161"/>
                </a:cubicBezTo>
                <a:cubicBezTo>
                  <a:pt x="157" y="172"/>
                  <a:pt x="170" y="183"/>
                  <a:pt x="183" y="194"/>
                </a:cubicBezTo>
                <a:cubicBezTo>
                  <a:pt x="188" y="197"/>
                  <a:pt x="193" y="198"/>
                  <a:pt x="197" y="194"/>
                </a:cubicBezTo>
                <a:cubicBezTo>
                  <a:pt x="201" y="190"/>
                  <a:pt x="202" y="183"/>
                  <a:pt x="197" y="180"/>
                </a:cubicBezTo>
                <a:cubicBezTo>
                  <a:pt x="179" y="165"/>
                  <a:pt x="162" y="149"/>
                  <a:pt x="146" y="132"/>
                </a:cubicBezTo>
                <a:cubicBezTo>
                  <a:pt x="157" y="115"/>
                  <a:pt x="168" y="98"/>
                  <a:pt x="179" y="81"/>
                </a:cubicBezTo>
                <a:cubicBezTo>
                  <a:pt x="186" y="70"/>
                  <a:pt x="168" y="60"/>
                  <a:pt x="161" y="71"/>
                </a:cubicBezTo>
                <a:cubicBezTo>
                  <a:pt x="152" y="86"/>
                  <a:pt x="142" y="101"/>
                  <a:pt x="132" y="117"/>
                </a:cubicBezTo>
                <a:cubicBezTo>
                  <a:pt x="126" y="110"/>
                  <a:pt x="121" y="103"/>
                  <a:pt x="116" y="96"/>
                </a:cubicBezTo>
                <a:cubicBezTo>
                  <a:pt x="128" y="80"/>
                  <a:pt x="140" y="64"/>
                  <a:pt x="153" y="49"/>
                </a:cubicBezTo>
                <a:cubicBezTo>
                  <a:pt x="157" y="44"/>
                  <a:pt x="158" y="38"/>
                  <a:pt x="153" y="34"/>
                </a:cubicBezTo>
                <a:cubicBezTo>
                  <a:pt x="150" y="31"/>
                  <a:pt x="143" y="30"/>
                  <a:pt x="139" y="34"/>
                </a:cubicBezTo>
                <a:cubicBezTo>
                  <a:pt x="127" y="49"/>
                  <a:pt x="115" y="64"/>
                  <a:pt x="103" y="79"/>
                </a:cubicBezTo>
                <a:cubicBezTo>
                  <a:pt x="97" y="70"/>
                  <a:pt x="91" y="60"/>
                  <a:pt x="85" y="50"/>
                </a:cubicBezTo>
                <a:cubicBezTo>
                  <a:pt x="77" y="36"/>
                  <a:pt x="69" y="21"/>
                  <a:pt x="62" y="6"/>
                </a:cubicBezTo>
                <a:cubicBezTo>
                  <a:pt x="60" y="1"/>
                  <a:pt x="53" y="0"/>
                  <a:pt x="49" y="2"/>
                </a:cubicBezTo>
                <a:cubicBezTo>
                  <a:pt x="44" y="5"/>
                  <a:pt x="43" y="11"/>
                  <a:pt x="45" y="16"/>
                </a:cubicBezTo>
                <a:cubicBezTo>
                  <a:pt x="58" y="44"/>
                  <a:pt x="73" y="71"/>
                  <a:pt x="91" y="96"/>
                </a:cubicBezTo>
                <a:cubicBezTo>
                  <a:pt x="84" y="106"/>
                  <a:pt x="77" y="116"/>
                  <a:pt x="71" y="126"/>
                </a:cubicBezTo>
                <a:cubicBezTo>
                  <a:pt x="64" y="117"/>
                  <a:pt x="58" y="108"/>
                  <a:pt x="52" y="99"/>
                </a:cubicBezTo>
                <a:cubicBezTo>
                  <a:pt x="40" y="80"/>
                  <a:pt x="30" y="61"/>
                  <a:pt x="21" y="40"/>
                </a:cubicBezTo>
                <a:cubicBezTo>
                  <a:pt x="19" y="35"/>
                  <a:pt x="15" y="32"/>
                  <a:pt x="9" y="33"/>
                </a:cubicBezTo>
                <a:cubicBezTo>
                  <a:pt x="4" y="34"/>
                  <a:pt x="0" y="40"/>
                  <a:pt x="2" y="45"/>
                </a:cubicBezTo>
                <a:cubicBezTo>
                  <a:pt x="16" y="81"/>
                  <a:pt x="36" y="113"/>
                  <a:pt x="59" y="143"/>
                </a:cubicBezTo>
                <a:cubicBezTo>
                  <a:pt x="44" y="168"/>
                  <a:pt x="29" y="193"/>
                  <a:pt x="16" y="219"/>
                </a:cubicBezTo>
                <a:cubicBezTo>
                  <a:pt x="10" y="230"/>
                  <a:pt x="28" y="241"/>
                  <a:pt x="34" y="229"/>
                </a:cubicBezTo>
                <a:cubicBezTo>
                  <a:pt x="46" y="205"/>
                  <a:pt x="59" y="182"/>
                  <a:pt x="73" y="159"/>
                </a:cubicBezTo>
                <a:cubicBezTo>
                  <a:pt x="79" y="166"/>
                  <a:pt x="85" y="173"/>
                  <a:pt x="92" y="180"/>
                </a:cubicBezTo>
                <a:cubicBezTo>
                  <a:pt x="77" y="204"/>
                  <a:pt x="62" y="228"/>
                  <a:pt x="47" y="252"/>
                </a:cubicBezTo>
                <a:cubicBezTo>
                  <a:pt x="40" y="262"/>
                  <a:pt x="57" y="272"/>
                  <a:pt x="64" y="262"/>
                </a:cubicBezTo>
                <a:cubicBezTo>
                  <a:pt x="78" y="239"/>
                  <a:pt x="92" y="217"/>
                  <a:pt x="107" y="194"/>
                </a:cubicBezTo>
                <a:cubicBezTo>
                  <a:pt x="123" y="209"/>
                  <a:pt x="140" y="222"/>
                  <a:pt x="158" y="234"/>
                </a:cubicBezTo>
                <a:cubicBezTo>
                  <a:pt x="177" y="246"/>
                  <a:pt x="197" y="257"/>
                  <a:pt x="218" y="266"/>
                </a:cubicBezTo>
                <a:cubicBezTo>
                  <a:pt x="223" y="268"/>
                  <a:pt x="229" y="268"/>
                  <a:pt x="232" y="263"/>
                </a:cubicBezTo>
                <a:cubicBezTo>
                  <a:pt x="234" y="258"/>
                  <a:pt x="233" y="251"/>
                  <a:pt x="228" y="249"/>
                </a:cubicBezTo>
                <a:close/>
                <a:moveTo>
                  <a:pt x="84" y="142"/>
                </a:moveTo>
                <a:cubicBezTo>
                  <a:pt x="90" y="132"/>
                  <a:pt x="97" y="123"/>
                  <a:pt x="103" y="113"/>
                </a:cubicBezTo>
                <a:cubicBezTo>
                  <a:pt x="109" y="120"/>
                  <a:pt x="115" y="128"/>
                  <a:pt x="121" y="135"/>
                </a:cubicBezTo>
                <a:cubicBezTo>
                  <a:pt x="115" y="144"/>
                  <a:pt x="109" y="153"/>
                  <a:pt x="103" y="163"/>
                </a:cubicBezTo>
                <a:cubicBezTo>
                  <a:pt x="96" y="156"/>
                  <a:pt x="90" y="149"/>
                  <a:pt x="84" y="14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pic>
        <p:nvPicPr>
          <p:cNvPr id="123" name="Google Shape;123;p2" title="800x480-v15---white-red.png"/>
          <p:cNvPicPr preferRelativeResize="0"/>
          <p:nvPr/>
        </p:nvPicPr>
        <p:blipFill>
          <a:blip r:embed="rId3">
            <a:alphaModFix/>
          </a:blip>
          <a:stretch>
            <a:fillRect/>
          </a:stretch>
        </p:blipFill>
        <p:spPr>
          <a:xfrm>
            <a:off x="1026225" y="5124423"/>
            <a:ext cx="4696574" cy="28179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8"/>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129" name="Google Shape;129;p8"/>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30" name="Google Shape;130;p8"/>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31" name="Google Shape;131;p8"/>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132" name="Google Shape;132;p8"/>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133" name="Google Shape;133;p8"/>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134" name="Google Shape;134;p8"/>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135" name="Google Shape;135;p8"/>
          <p:cNvGrpSpPr/>
          <p:nvPr/>
        </p:nvGrpSpPr>
        <p:grpSpPr>
          <a:xfrm>
            <a:off x="6997702" y="669152"/>
            <a:ext cx="95248" cy="68286"/>
            <a:chOff x="3790" y="2022"/>
            <a:chExt cx="282" cy="150"/>
          </a:xfrm>
        </p:grpSpPr>
        <p:cxnSp>
          <p:nvCxnSpPr>
            <p:cNvPr id="136" name="Google Shape;136;p8"/>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137" name="Google Shape;137;p8"/>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138" name="Google Shape;138;p8"/>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139" name="Google Shape;139;p8"/>
          <p:cNvSpPr txBox="1"/>
          <p:nvPr/>
        </p:nvSpPr>
        <p:spPr>
          <a:xfrm>
            <a:off x="694158" y="1803440"/>
            <a:ext cx="4484100" cy="769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4400"/>
              <a:buFont typeface="Arial"/>
              <a:buNone/>
            </a:pPr>
            <a:r>
              <a:rPr lang="en-US" sz="4400">
                <a:solidFill>
                  <a:schemeClr val="dk1"/>
                </a:solidFill>
                <a:latin typeface="Poppins Medium"/>
                <a:ea typeface="Poppins Medium"/>
                <a:cs typeface="Poppins Medium"/>
                <a:sym typeface="Poppins Medium"/>
              </a:rPr>
              <a:t>Installation</a:t>
            </a:r>
            <a:endParaRPr b="0" i="0" sz="4400" u="none" cap="none" strike="noStrike">
              <a:solidFill>
                <a:schemeClr val="dk1"/>
              </a:solidFill>
              <a:latin typeface="Poppins Medium"/>
              <a:ea typeface="Poppins Medium"/>
              <a:cs typeface="Poppins Medium"/>
              <a:sym typeface="Poppins Medium"/>
            </a:endParaRPr>
          </a:p>
        </p:txBody>
      </p:sp>
      <p:sp>
        <p:nvSpPr>
          <p:cNvPr id="140" name="Google Shape;140;p8"/>
          <p:cNvSpPr/>
          <p:nvPr/>
        </p:nvSpPr>
        <p:spPr>
          <a:xfrm>
            <a:off x="694145" y="4833750"/>
            <a:ext cx="32340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lang="en-US" sz="2000">
                <a:solidFill>
                  <a:schemeClr val="dk1"/>
                </a:solidFill>
                <a:latin typeface="Poppins"/>
                <a:ea typeface="Poppins"/>
                <a:cs typeface="Poppins"/>
                <a:sym typeface="Poppins"/>
              </a:rPr>
              <a:t>Install Sensors</a:t>
            </a:r>
            <a:endParaRPr b="0" i="0" sz="1400" u="none" cap="none" strike="noStrike">
              <a:solidFill>
                <a:srgbClr val="000000"/>
              </a:solidFill>
              <a:latin typeface="Arial"/>
              <a:ea typeface="Arial"/>
              <a:cs typeface="Arial"/>
              <a:sym typeface="Arial"/>
            </a:endParaRPr>
          </a:p>
        </p:txBody>
      </p:sp>
      <p:sp>
        <p:nvSpPr>
          <p:cNvPr id="141" name="Google Shape;141;p8"/>
          <p:cNvSpPr/>
          <p:nvPr/>
        </p:nvSpPr>
        <p:spPr>
          <a:xfrm>
            <a:off x="694158" y="5306937"/>
            <a:ext cx="3422310" cy="64633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lang="en-US" sz="1200">
                <a:solidFill>
                  <a:schemeClr val="dk1"/>
                </a:solidFill>
                <a:latin typeface="Poppins"/>
                <a:ea typeface="Poppins"/>
                <a:cs typeface="Poppins"/>
                <a:sym typeface="Poppins"/>
              </a:rPr>
              <a:t>Install seat and buckle sensors on each seat.</a:t>
            </a:r>
            <a:endParaRPr b="0" i="0" sz="1400" u="none" cap="none" strike="noStrike">
              <a:solidFill>
                <a:srgbClr val="000000"/>
              </a:solidFill>
              <a:latin typeface="Arial"/>
              <a:ea typeface="Arial"/>
              <a:cs typeface="Arial"/>
              <a:sym typeface="Arial"/>
            </a:endParaRPr>
          </a:p>
        </p:txBody>
      </p:sp>
      <p:sp>
        <p:nvSpPr>
          <p:cNvPr id="142" name="Google Shape;142;p8"/>
          <p:cNvSpPr/>
          <p:nvPr/>
        </p:nvSpPr>
        <p:spPr>
          <a:xfrm>
            <a:off x="4384844" y="4833753"/>
            <a:ext cx="269496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lang="en-US" sz="2000">
                <a:solidFill>
                  <a:schemeClr val="dk1"/>
                </a:solidFill>
                <a:latin typeface="Poppins"/>
                <a:ea typeface="Poppins"/>
                <a:cs typeface="Poppins"/>
                <a:sym typeface="Poppins"/>
              </a:rPr>
              <a:t>Plug into Module</a:t>
            </a:r>
            <a:endParaRPr b="0" i="0" sz="1400" u="none" cap="none" strike="noStrike">
              <a:solidFill>
                <a:srgbClr val="000000"/>
              </a:solidFill>
              <a:latin typeface="Arial"/>
              <a:ea typeface="Arial"/>
              <a:cs typeface="Arial"/>
              <a:sym typeface="Arial"/>
            </a:endParaRPr>
          </a:p>
        </p:txBody>
      </p:sp>
      <p:sp>
        <p:nvSpPr>
          <p:cNvPr id="143" name="Google Shape;143;p8"/>
          <p:cNvSpPr/>
          <p:nvPr/>
        </p:nvSpPr>
        <p:spPr>
          <a:xfrm>
            <a:off x="4384845" y="5306937"/>
            <a:ext cx="3422310" cy="64633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lang="en-US" sz="1200">
                <a:solidFill>
                  <a:schemeClr val="dk1"/>
                </a:solidFill>
                <a:latin typeface="Poppins"/>
                <a:ea typeface="Poppins"/>
                <a:cs typeface="Poppins"/>
                <a:sym typeface="Poppins"/>
              </a:rPr>
              <a:t>Plug seat sensors into their allocated plug in the module.</a:t>
            </a:r>
            <a:endParaRPr b="0" i="0" sz="1400" u="none" cap="none" strike="noStrike">
              <a:solidFill>
                <a:srgbClr val="000000"/>
              </a:solidFill>
              <a:latin typeface="Arial"/>
              <a:ea typeface="Arial"/>
              <a:cs typeface="Arial"/>
              <a:sym typeface="Arial"/>
            </a:endParaRPr>
          </a:p>
        </p:txBody>
      </p:sp>
      <p:sp>
        <p:nvSpPr>
          <p:cNvPr id="144" name="Google Shape;144;p8"/>
          <p:cNvSpPr/>
          <p:nvPr/>
        </p:nvSpPr>
        <p:spPr>
          <a:xfrm>
            <a:off x="8075531" y="4833753"/>
            <a:ext cx="272702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lang="en-US" sz="2000">
                <a:solidFill>
                  <a:schemeClr val="dk1"/>
                </a:solidFill>
                <a:latin typeface="Poppins"/>
                <a:ea typeface="Poppins"/>
                <a:cs typeface="Poppins"/>
                <a:sym typeface="Poppins"/>
              </a:rPr>
              <a:t>Link to Display</a:t>
            </a:r>
            <a:endParaRPr b="0" i="0" sz="1400" u="none" cap="none" strike="noStrike">
              <a:solidFill>
                <a:srgbClr val="000000"/>
              </a:solidFill>
              <a:latin typeface="Arial"/>
              <a:ea typeface="Arial"/>
              <a:cs typeface="Arial"/>
              <a:sym typeface="Arial"/>
            </a:endParaRPr>
          </a:p>
        </p:txBody>
      </p:sp>
      <p:sp>
        <p:nvSpPr>
          <p:cNvPr id="145" name="Google Shape;145;p8"/>
          <p:cNvSpPr/>
          <p:nvPr/>
        </p:nvSpPr>
        <p:spPr>
          <a:xfrm>
            <a:off x="8075532" y="5306937"/>
            <a:ext cx="3422310" cy="64633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lang="en-US" sz="1200">
                <a:solidFill>
                  <a:schemeClr val="dk1"/>
                </a:solidFill>
                <a:latin typeface="Poppins"/>
                <a:ea typeface="Poppins"/>
                <a:cs typeface="Poppins"/>
                <a:sym typeface="Poppins"/>
              </a:rPr>
              <a:t>Daisy chain modules and connect to the display unit.</a:t>
            </a:r>
            <a:endParaRPr b="0" i="0" sz="1400" u="none" cap="none" strike="noStrike">
              <a:solidFill>
                <a:srgbClr val="000000"/>
              </a:solidFill>
              <a:latin typeface="Arial"/>
              <a:ea typeface="Arial"/>
              <a:cs typeface="Arial"/>
              <a:sym typeface="Arial"/>
            </a:endParaRPr>
          </a:p>
        </p:txBody>
      </p:sp>
      <p:sp>
        <p:nvSpPr>
          <p:cNvPr id="146" name="Google Shape;146;p8"/>
          <p:cNvSpPr txBox="1"/>
          <p:nvPr/>
        </p:nvSpPr>
        <p:spPr>
          <a:xfrm>
            <a:off x="694158" y="2619114"/>
            <a:ext cx="4593300" cy="12051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Poppins"/>
                <a:ea typeface="Poppins"/>
                <a:cs typeface="Poppins"/>
                <a:sym typeface="Poppins"/>
              </a:rPr>
              <a:t>Install seat and buckle sensors, connect them to the module, and daisy chain modules to the display unit.</a:t>
            </a:r>
            <a:endParaRPr>
              <a:solidFill>
                <a:schemeClr val="dk1"/>
              </a:solidFill>
              <a:latin typeface="Poppins"/>
              <a:ea typeface="Poppins"/>
              <a:cs typeface="Poppins"/>
              <a:sym typeface="Poppins"/>
            </a:endParaRPr>
          </a:p>
          <a:p>
            <a:pPr indent="0" lvl="0" marL="0" marR="0" rtl="0" algn="l">
              <a:lnSpc>
                <a:spcPct val="150000"/>
              </a:lnSpc>
              <a:spcBef>
                <a:spcPts val="1200"/>
              </a:spcBef>
              <a:spcAft>
                <a:spcPts val="0"/>
              </a:spcAft>
              <a:buClr>
                <a:srgbClr val="000000"/>
              </a:buClr>
              <a:buSzPts val="1400"/>
              <a:buFont typeface="Arial"/>
              <a:buNone/>
            </a:pPr>
            <a:r>
              <a:t/>
            </a:r>
            <a:endParaRPr>
              <a:solidFill>
                <a:schemeClr val="dk1"/>
              </a:solidFill>
              <a:latin typeface="Poppins"/>
              <a:ea typeface="Poppins"/>
              <a:cs typeface="Poppins"/>
              <a:sym typeface="Poppins"/>
            </a:endParaRPr>
          </a:p>
        </p:txBody>
      </p:sp>
      <p:sp>
        <p:nvSpPr>
          <p:cNvPr id="147" name="Google Shape;147;p8"/>
          <p:cNvSpPr/>
          <p:nvPr/>
        </p:nvSpPr>
        <p:spPr>
          <a:xfrm rot="-656653">
            <a:off x="4128370" y="1738169"/>
            <a:ext cx="371641" cy="516303"/>
          </a:xfrm>
          <a:custGeom>
            <a:rect b="b" l="l" r="r" t="t"/>
            <a:pathLst>
              <a:path extrusionOk="0" h="560125" w="403184">
                <a:moveTo>
                  <a:pt x="6479" y="294415"/>
                </a:moveTo>
                <a:lnTo>
                  <a:pt x="255368" y="6950"/>
                </a:lnTo>
                <a:cubicBezTo>
                  <a:pt x="263759" y="-2480"/>
                  <a:pt x="278209" y="-3318"/>
                  <a:pt x="287638" y="5083"/>
                </a:cubicBezTo>
                <a:cubicBezTo>
                  <a:pt x="293125" y="9960"/>
                  <a:pt x="295925" y="17170"/>
                  <a:pt x="295182" y="24476"/>
                </a:cubicBezTo>
                <a:lnTo>
                  <a:pt x="269179" y="182687"/>
                </a:lnTo>
                <a:cubicBezTo>
                  <a:pt x="268208" y="192592"/>
                  <a:pt x="273751" y="201993"/>
                  <a:pt x="282895" y="205928"/>
                </a:cubicBezTo>
                <a:lnTo>
                  <a:pt x="389956" y="252028"/>
                </a:lnTo>
                <a:cubicBezTo>
                  <a:pt x="401576" y="256972"/>
                  <a:pt x="406977" y="270402"/>
                  <a:pt x="402034" y="282013"/>
                </a:cubicBezTo>
                <a:cubicBezTo>
                  <a:pt x="401005" y="284442"/>
                  <a:pt x="399557" y="286671"/>
                  <a:pt x="397767" y="288604"/>
                </a:cubicBezTo>
                <a:lnTo>
                  <a:pt x="155260" y="552066"/>
                </a:lnTo>
                <a:cubicBezTo>
                  <a:pt x="146640" y="561362"/>
                  <a:pt x="132114" y="561915"/>
                  <a:pt x="122818" y="553304"/>
                </a:cubicBezTo>
                <a:cubicBezTo>
                  <a:pt x="117417" y="548294"/>
                  <a:pt x="114741" y="540998"/>
                  <a:pt x="115636" y="533683"/>
                </a:cubicBezTo>
                <a:lnTo>
                  <a:pt x="132876" y="396713"/>
                </a:lnTo>
                <a:cubicBezTo>
                  <a:pt x="134124" y="386379"/>
                  <a:pt x="128323" y="376472"/>
                  <a:pt x="118684" y="372520"/>
                </a:cubicBezTo>
                <a:lnTo>
                  <a:pt x="15433" y="330991"/>
                </a:lnTo>
                <a:cubicBezTo>
                  <a:pt x="3631" y="326504"/>
                  <a:pt x="-2303" y="313302"/>
                  <a:pt x="2174" y="301501"/>
                </a:cubicBezTo>
                <a:cubicBezTo>
                  <a:pt x="3164" y="298901"/>
                  <a:pt x="4622" y="296500"/>
                  <a:pt x="6479" y="29441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2"/>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153" name="Google Shape;153;p12"/>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54" name="Google Shape;154;p12"/>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55" name="Google Shape;155;p12"/>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156" name="Google Shape;156;p12"/>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157" name="Google Shape;157;p12"/>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158" name="Google Shape;158;p12"/>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159" name="Google Shape;159;p12"/>
          <p:cNvGrpSpPr/>
          <p:nvPr/>
        </p:nvGrpSpPr>
        <p:grpSpPr>
          <a:xfrm>
            <a:off x="6997702" y="669152"/>
            <a:ext cx="95248" cy="68286"/>
            <a:chOff x="3790" y="2022"/>
            <a:chExt cx="282" cy="150"/>
          </a:xfrm>
        </p:grpSpPr>
        <p:cxnSp>
          <p:nvCxnSpPr>
            <p:cNvPr id="160" name="Google Shape;160;p12"/>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161" name="Google Shape;161;p12"/>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162" name="Google Shape;162;p12"/>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163" name="Google Shape;163;p12"/>
          <p:cNvSpPr txBox="1"/>
          <p:nvPr/>
        </p:nvSpPr>
        <p:spPr>
          <a:xfrm>
            <a:off x="952500" y="4126771"/>
            <a:ext cx="4090437" cy="144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Poppins Medium"/>
                <a:ea typeface="Poppins Medium"/>
                <a:cs typeface="Poppins Medium"/>
                <a:sym typeface="Poppins Medium"/>
              </a:rPr>
              <a:t>Timeline of Innovation.</a:t>
            </a:r>
            <a:endParaRPr b="0" i="0" sz="1400" u="none" cap="none" strike="noStrike">
              <a:solidFill>
                <a:srgbClr val="000000"/>
              </a:solidFill>
              <a:latin typeface="Arial"/>
              <a:ea typeface="Arial"/>
              <a:cs typeface="Arial"/>
              <a:sym typeface="Arial"/>
            </a:endParaRPr>
          </a:p>
        </p:txBody>
      </p:sp>
      <p:sp>
        <p:nvSpPr>
          <p:cNvPr id="164" name="Google Shape;164;p12"/>
          <p:cNvSpPr txBox="1"/>
          <p:nvPr/>
        </p:nvSpPr>
        <p:spPr>
          <a:xfrm>
            <a:off x="952500" y="5573321"/>
            <a:ext cx="4593410" cy="38497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Unlocking Blockchain Potential in Key Industries.</a:t>
            </a:r>
            <a:endParaRPr b="0" i="0" sz="1400" u="none" cap="none" strike="noStrike">
              <a:solidFill>
                <a:srgbClr val="000000"/>
              </a:solidFill>
              <a:latin typeface="Arial"/>
              <a:ea typeface="Arial"/>
              <a:cs typeface="Arial"/>
              <a:sym typeface="Arial"/>
            </a:endParaRPr>
          </a:p>
        </p:txBody>
      </p:sp>
      <p:cxnSp>
        <p:nvCxnSpPr>
          <p:cNvPr id="165" name="Google Shape;165;p12"/>
          <p:cNvCxnSpPr/>
          <p:nvPr/>
        </p:nvCxnSpPr>
        <p:spPr>
          <a:xfrm>
            <a:off x="1357321" y="3771474"/>
            <a:ext cx="2173753" cy="0"/>
          </a:xfrm>
          <a:prstGeom prst="straightConnector1">
            <a:avLst/>
          </a:prstGeom>
          <a:noFill/>
          <a:ln cap="flat" cmpd="sng" w="28575">
            <a:solidFill>
              <a:schemeClr val="accent3"/>
            </a:solidFill>
            <a:prstDash val="solid"/>
            <a:miter lim="800000"/>
            <a:headEnd len="sm" w="sm" type="none"/>
            <a:tailEnd len="sm" w="sm" type="none"/>
          </a:ln>
        </p:spPr>
      </p:cxnSp>
      <p:sp>
        <p:nvSpPr>
          <p:cNvPr id="166" name="Google Shape;166;p12"/>
          <p:cNvSpPr txBox="1"/>
          <p:nvPr/>
        </p:nvSpPr>
        <p:spPr>
          <a:xfrm>
            <a:off x="7870924" y="2387377"/>
            <a:ext cx="373604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Research and Ideation</a:t>
            </a:r>
            <a:endParaRPr b="0" i="0" sz="1400" u="none" cap="none" strike="noStrike">
              <a:solidFill>
                <a:srgbClr val="000000"/>
              </a:solidFill>
              <a:latin typeface="Arial"/>
              <a:ea typeface="Arial"/>
              <a:cs typeface="Arial"/>
              <a:sym typeface="Arial"/>
            </a:endParaRPr>
          </a:p>
        </p:txBody>
      </p:sp>
      <p:sp>
        <p:nvSpPr>
          <p:cNvPr id="167" name="Google Shape;167;p12"/>
          <p:cNvSpPr txBox="1"/>
          <p:nvPr/>
        </p:nvSpPr>
        <p:spPr>
          <a:xfrm>
            <a:off x="7870922" y="2829228"/>
            <a:ext cx="3368577" cy="89716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A small river named Duden flows by their place and supplies it with the necessary regelialia. It isparadisematic.</a:t>
            </a:r>
            <a:endParaRPr b="0" i="0" sz="1200" u="none" cap="none" strike="noStrike">
              <a:solidFill>
                <a:schemeClr val="dk1"/>
              </a:solidFill>
              <a:latin typeface="Poppins"/>
              <a:ea typeface="Poppins"/>
              <a:cs typeface="Poppins"/>
              <a:sym typeface="Poppins"/>
            </a:endParaRPr>
          </a:p>
        </p:txBody>
      </p:sp>
      <p:sp>
        <p:nvSpPr>
          <p:cNvPr id="168" name="Google Shape;168;p12"/>
          <p:cNvSpPr txBox="1"/>
          <p:nvPr/>
        </p:nvSpPr>
        <p:spPr>
          <a:xfrm>
            <a:off x="7436451" y="4619278"/>
            <a:ext cx="211185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User Testing</a:t>
            </a:r>
            <a:endParaRPr b="0" i="0" sz="1400" u="none" cap="none" strike="noStrike">
              <a:solidFill>
                <a:srgbClr val="000000"/>
              </a:solidFill>
              <a:latin typeface="Arial"/>
              <a:ea typeface="Arial"/>
              <a:cs typeface="Arial"/>
              <a:sym typeface="Arial"/>
            </a:endParaRPr>
          </a:p>
        </p:txBody>
      </p:sp>
      <p:sp>
        <p:nvSpPr>
          <p:cNvPr id="169" name="Google Shape;169;p12"/>
          <p:cNvSpPr txBox="1"/>
          <p:nvPr/>
        </p:nvSpPr>
        <p:spPr>
          <a:xfrm>
            <a:off x="7436448" y="5061129"/>
            <a:ext cx="3519927" cy="89716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A small river named Duden flows by their place and supplies it with the necessary regelialia. It isparadisematic.</a:t>
            </a:r>
            <a:endParaRPr b="0" i="0" sz="1200" u="none" cap="none" strike="noStrike">
              <a:solidFill>
                <a:schemeClr val="dk1"/>
              </a:solidFill>
              <a:latin typeface="Poppins"/>
              <a:ea typeface="Poppins"/>
              <a:cs typeface="Poppins"/>
              <a:sym typeface="Poppins"/>
            </a:endParaRPr>
          </a:p>
        </p:txBody>
      </p:sp>
      <p:sp>
        <p:nvSpPr>
          <p:cNvPr id="170" name="Google Shape;170;p12"/>
          <p:cNvSpPr/>
          <p:nvPr/>
        </p:nvSpPr>
        <p:spPr>
          <a:xfrm>
            <a:off x="2281634" y="2221814"/>
            <a:ext cx="9905172" cy="2153222"/>
          </a:xfrm>
          <a:custGeom>
            <a:rect b="b" l="l" r="r" t="t"/>
            <a:pathLst>
              <a:path extrusionOk="0" h="878443" w="4040981">
                <a:moveTo>
                  <a:pt x="563" y="630658"/>
                </a:moveTo>
                <a:cubicBezTo>
                  <a:pt x="10183" y="617609"/>
                  <a:pt x="18127" y="603416"/>
                  <a:pt x="24185" y="588367"/>
                </a:cubicBezTo>
                <a:cubicBezTo>
                  <a:pt x="29890" y="574651"/>
                  <a:pt x="34424" y="560554"/>
                  <a:pt x="37711" y="546076"/>
                </a:cubicBezTo>
                <a:cubicBezTo>
                  <a:pt x="40835" y="532170"/>
                  <a:pt x="43092" y="518073"/>
                  <a:pt x="44473" y="503881"/>
                </a:cubicBezTo>
                <a:cubicBezTo>
                  <a:pt x="46093" y="489784"/>
                  <a:pt x="47426" y="475306"/>
                  <a:pt x="48759" y="461589"/>
                </a:cubicBezTo>
                <a:cubicBezTo>
                  <a:pt x="53903" y="405202"/>
                  <a:pt x="55522" y="348909"/>
                  <a:pt x="55522" y="292520"/>
                </a:cubicBezTo>
                <a:lnTo>
                  <a:pt x="56284" y="208034"/>
                </a:lnTo>
                <a:lnTo>
                  <a:pt x="57999" y="123451"/>
                </a:lnTo>
                <a:cubicBezTo>
                  <a:pt x="57999" y="109355"/>
                  <a:pt x="57999" y="95353"/>
                  <a:pt x="57999" y="81256"/>
                </a:cubicBezTo>
                <a:lnTo>
                  <a:pt x="57999" y="49537"/>
                </a:lnTo>
                <a:cubicBezTo>
                  <a:pt x="57989" y="45442"/>
                  <a:pt x="58475" y="41346"/>
                  <a:pt x="59427" y="37346"/>
                </a:cubicBezTo>
                <a:cubicBezTo>
                  <a:pt x="63352" y="20962"/>
                  <a:pt x="75172" y="7628"/>
                  <a:pt x="90955" y="1723"/>
                </a:cubicBezTo>
                <a:cubicBezTo>
                  <a:pt x="94822" y="294"/>
                  <a:pt x="98851" y="-754"/>
                  <a:pt x="102957" y="-1230"/>
                </a:cubicBezTo>
                <a:cubicBezTo>
                  <a:pt x="104957" y="-1230"/>
                  <a:pt x="107148" y="-1230"/>
                  <a:pt x="109148" y="-1230"/>
                </a:cubicBezTo>
                <a:lnTo>
                  <a:pt x="2079585" y="-1230"/>
                </a:lnTo>
                <a:cubicBezTo>
                  <a:pt x="2096139" y="-1803"/>
                  <a:pt x="2111941" y="5627"/>
                  <a:pt x="2122066" y="18772"/>
                </a:cubicBezTo>
                <a:cubicBezTo>
                  <a:pt x="2127067" y="25345"/>
                  <a:pt x="2130334" y="33059"/>
                  <a:pt x="2131591" y="41155"/>
                </a:cubicBezTo>
                <a:cubicBezTo>
                  <a:pt x="2132391" y="48585"/>
                  <a:pt x="2132649" y="56015"/>
                  <a:pt x="2132353" y="63445"/>
                </a:cubicBezTo>
                <a:lnTo>
                  <a:pt x="2132353" y="824111"/>
                </a:lnTo>
                <a:cubicBezTo>
                  <a:pt x="2131468" y="836303"/>
                  <a:pt x="2136630" y="848210"/>
                  <a:pt x="2146165" y="855829"/>
                </a:cubicBezTo>
                <a:cubicBezTo>
                  <a:pt x="2150803" y="859544"/>
                  <a:pt x="2156261" y="862020"/>
                  <a:pt x="2162071" y="863163"/>
                </a:cubicBezTo>
                <a:cubicBezTo>
                  <a:pt x="2168653" y="863925"/>
                  <a:pt x="2175273" y="864116"/>
                  <a:pt x="2181883" y="863830"/>
                </a:cubicBezTo>
                <a:lnTo>
                  <a:pt x="2688994" y="863830"/>
                </a:lnTo>
                <a:lnTo>
                  <a:pt x="4041544" y="863830"/>
                </a:lnTo>
                <a:lnTo>
                  <a:pt x="4041544" y="877165"/>
                </a:lnTo>
                <a:lnTo>
                  <a:pt x="2688994" y="877165"/>
                </a:lnTo>
                <a:lnTo>
                  <a:pt x="2171311" y="877165"/>
                </a:lnTo>
                <a:cubicBezTo>
                  <a:pt x="2167320" y="877260"/>
                  <a:pt x="2163329" y="876974"/>
                  <a:pt x="2159404" y="876308"/>
                </a:cubicBezTo>
                <a:cubicBezTo>
                  <a:pt x="2151356" y="874688"/>
                  <a:pt x="2143812" y="871259"/>
                  <a:pt x="2137402" y="866117"/>
                </a:cubicBezTo>
                <a:cubicBezTo>
                  <a:pt x="2131010" y="861068"/>
                  <a:pt x="2125915" y="854495"/>
                  <a:pt x="2122543" y="847067"/>
                </a:cubicBezTo>
                <a:cubicBezTo>
                  <a:pt x="2119438" y="839637"/>
                  <a:pt x="2117971" y="831635"/>
                  <a:pt x="2118256" y="823634"/>
                </a:cubicBezTo>
                <a:lnTo>
                  <a:pt x="2118256" y="63063"/>
                </a:lnTo>
                <a:cubicBezTo>
                  <a:pt x="2118523" y="56396"/>
                  <a:pt x="2118333" y="49728"/>
                  <a:pt x="2117685" y="43156"/>
                </a:cubicBezTo>
                <a:cubicBezTo>
                  <a:pt x="2116694" y="37346"/>
                  <a:pt x="2114304" y="31821"/>
                  <a:pt x="2110732" y="27154"/>
                </a:cubicBezTo>
                <a:cubicBezTo>
                  <a:pt x="2103359" y="17534"/>
                  <a:pt x="2091701" y="12105"/>
                  <a:pt x="2079585" y="12771"/>
                </a:cubicBezTo>
                <a:lnTo>
                  <a:pt x="811426" y="12771"/>
                </a:lnTo>
                <a:lnTo>
                  <a:pt x="135151" y="12771"/>
                </a:lnTo>
                <a:lnTo>
                  <a:pt x="108767" y="12771"/>
                </a:lnTo>
                <a:lnTo>
                  <a:pt x="104290" y="12771"/>
                </a:lnTo>
                <a:cubicBezTo>
                  <a:pt x="101423" y="13057"/>
                  <a:pt x="98613" y="13723"/>
                  <a:pt x="95908" y="14772"/>
                </a:cubicBezTo>
                <a:cubicBezTo>
                  <a:pt x="84735" y="18963"/>
                  <a:pt x="76306" y="28297"/>
                  <a:pt x="73334" y="39823"/>
                </a:cubicBezTo>
                <a:cubicBezTo>
                  <a:pt x="72581" y="42680"/>
                  <a:pt x="72172" y="45538"/>
                  <a:pt x="72096" y="48490"/>
                </a:cubicBezTo>
                <a:lnTo>
                  <a:pt x="72096" y="59062"/>
                </a:lnTo>
                <a:lnTo>
                  <a:pt x="72096" y="80209"/>
                </a:lnTo>
                <a:cubicBezTo>
                  <a:pt x="72096" y="94306"/>
                  <a:pt x="72096" y="108307"/>
                  <a:pt x="72096" y="122404"/>
                </a:cubicBezTo>
                <a:lnTo>
                  <a:pt x="73810" y="206986"/>
                </a:lnTo>
                <a:lnTo>
                  <a:pt x="74572" y="291473"/>
                </a:lnTo>
                <a:cubicBezTo>
                  <a:pt x="74572" y="347861"/>
                  <a:pt x="76096" y="404154"/>
                  <a:pt x="81335" y="460541"/>
                </a:cubicBezTo>
                <a:cubicBezTo>
                  <a:pt x="82545" y="474638"/>
                  <a:pt x="83974" y="488735"/>
                  <a:pt x="85621" y="502833"/>
                </a:cubicBezTo>
                <a:cubicBezTo>
                  <a:pt x="87003" y="517025"/>
                  <a:pt x="89260" y="531122"/>
                  <a:pt x="92384" y="545028"/>
                </a:cubicBezTo>
                <a:cubicBezTo>
                  <a:pt x="95689" y="559506"/>
                  <a:pt x="100176" y="573603"/>
                  <a:pt x="105814" y="587320"/>
                </a:cubicBezTo>
                <a:cubicBezTo>
                  <a:pt x="111910" y="602369"/>
                  <a:pt x="119845" y="616561"/>
                  <a:pt x="129437" y="62961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1" name="Google Shape;171;p12"/>
          <p:cNvSpPr/>
          <p:nvPr/>
        </p:nvSpPr>
        <p:spPr>
          <a:xfrm>
            <a:off x="7436449" y="2590177"/>
            <a:ext cx="116681" cy="116681"/>
          </a:xfrm>
          <a:prstGeom prst="ellipse">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72" name="Google Shape;172;p12"/>
          <p:cNvSpPr/>
          <p:nvPr/>
        </p:nvSpPr>
        <p:spPr>
          <a:xfrm>
            <a:off x="7732139" y="4300096"/>
            <a:ext cx="116681" cy="116681"/>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nvGrpSpPr>
          <p:cNvPr id="173" name="Google Shape;173;p12"/>
          <p:cNvGrpSpPr/>
          <p:nvPr/>
        </p:nvGrpSpPr>
        <p:grpSpPr>
          <a:xfrm>
            <a:off x="944947" y="1596657"/>
            <a:ext cx="889780" cy="889780"/>
            <a:chOff x="962802" y="1650514"/>
            <a:chExt cx="775113" cy="775113"/>
          </a:xfrm>
        </p:grpSpPr>
        <p:sp>
          <p:nvSpPr>
            <p:cNvPr id="174" name="Google Shape;174;p12"/>
            <p:cNvSpPr/>
            <p:nvPr/>
          </p:nvSpPr>
          <p:spPr>
            <a:xfrm rot="1227431">
              <a:off x="1049096" y="1736808"/>
              <a:ext cx="602525" cy="602525"/>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nvGrpSpPr>
            <p:cNvPr id="175" name="Google Shape;175;p12"/>
            <p:cNvGrpSpPr/>
            <p:nvPr/>
          </p:nvGrpSpPr>
          <p:grpSpPr>
            <a:xfrm>
              <a:off x="1165191" y="1977117"/>
              <a:ext cx="387710" cy="235300"/>
              <a:chOff x="1165191" y="1977117"/>
              <a:chExt cx="387710" cy="235300"/>
            </a:xfrm>
          </p:grpSpPr>
          <p:sp>
            <p:nvSpPr>
              <p:cNvPr id="176" name="Google Shape;176;p12"/>
              <p:cNvSpPr/>
              <p:nvPr/>
            </p:nvSpPr>
            <p:spPr>
              <a:xfrm rot="1227431">
                <a:off x="1415589" y="1988489"/>
                <a:ext cx="103428" cy="212556"/>
              </a:xfrm>
              <a:custGeom>
                <a:rect b="b" l="l" r="r" t="t"/>
                <a:pathLst>
                  <a:path extrusionOk="0" h="261" w="127">
                    <a:moveTo>
                      <a:pt x="0" y="0"/>
                    </a:moveTo>
                    <a:lnTo>
                      <a:pt x="127" y="129"/>
                    </a:lnTo>
                    <a:lnTo>
                      <a:pt x="0" y="261"/>
                    </a:lnTo>
                  </a:path>
                </a:pathLst>
              </a:custGeom>
              <a:noFill/>
              <a:ln cap="flat" cmpd="sng" w="19050">
                <a:solidFill>
                  <a:schemeClr val="accent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cxnSp>
            <p:nvCxnSpPr>
              <p:cNvPr id="177" name="Google Shape;177;p12"/>
              <p:cNvCxnSpPr/>
              <p:nvPr/>
            </p:nvCxnSpPr>
            <p:spPr>
              <a:xfrm rot="-9572569">
                <a:off x="1153378" y="2046230"/>
                <a:ext cx="374616" cy="0"/>
              </a:xfrm>
              <a:prstGeom prst="straightConnector1">
                <a:avLst/>
              </a:prstGeom>
              <a:noFill/>
              <a:ln cap="flat" cmpd="sng" w="19050">
                <a:solidFill>
                  <a:schemeClr val="accent3"/>
                </a:solidFill>
                <a:prstDash val="solid"/>
                <a:miter lim="800000"/>
                <a:headEnd len="sm" w="sm" type="none"/>
                <a:tailEnd len="sm" w="sm" type="none"/>
              </a:ln>
            </p:spPr>
          </p:cxnSp>
        </p:grpSp>
      </p:grpSp>
      <p:sp>
        <p:nvSpPr>
          <p:cNvPr id="178" name="Google Shape;178;p12"/>
          <p:cNvSpPr/>
          <p:nvPr>
            <p:ph idx="2" type="pic"/>
          </p:nvPr>
        </p:nvSpPr>
        <p:spPr>
          <a:xfrm>
            <a:off x="4859111" y="1652906"/>
            <a:ext cx="1994127" cy="2152332"/>
          </a:xfrm>
          <a:prstGeom prst="roundRect">
            <a:avLst>
              <a:gd fmla="val 4111" name="adj"/>
            </a:avLst>
          </a:prstGeom>
          <a:solidFill>
            <a:schemeClr val="lt1"/>
          </a:solid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9"/>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lang="en-US">
                <a:solidFill>
                  <a:schemeClr val="dk1"/>
                </a:solidFill>
                <a:latin typeface="Poppins"/>
                <a:ea typeface="Poppins"/>
                <a:cs typeface="Poppins"/>
                <a:sym typeface="Poppins"/>
              </a:rPr>
              <a:t>AITSC</a:t>
            </a:r>
            <a:endParaRPr b="0" i="0" sz="1400" u="none" cap="none" strike="noStrike">
              <a:solidFill>
                <a:srgbClr val="000000"/>
              </a:solidFill>
              <a:latin typeface="Arial"/>
              <a:ea typeface="Arial"/>
              <a:cs typeface="Arial"/>
              <a:sym typeface="Arial"/>
            </a:endParaRPr>
          </a:p>
        </p:txBody>
      </p:sp>
      <p:sp>
        <p:nvSpPr>
          <p:cNvPr id="184" name="Google Shape;184;p9"/>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85" name="Google Shape;185;p9"/>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86" name="Google Shape;186;p9"/>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187" name="Google Shape;187;p9"/>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188" name="Google Shape;188;p9"/>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189" name="Google Shape;189;p9"/>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190" name="Google Shape;190;p9"/>
          <p:cNvGrpSpPr/>
          <p:nvPr/>
        </p:nvGrpSpPr>
        <p:grpSpPr>
          <a:xfrm>
            <a:off x="6997702" y="669152"/>
            <a:ext cx="95248" cy="68286"/>
            <a:chOff x="3790" y="2022"/>
            <a:chExt cx="282" cy="150"/>
          </a:xfrm>
        </p:grpSpPr>
        <p:cxnSp>
          <p:nvCxnSpPr>
            <p:cNvPr id="191" name="Google Shape;191;p9"/>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192" name="Google Shape;192;p9"/>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193" name="Google Shape;193;p9"/>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194" name="Google Shape;194;p9"/>
          <p:cNvSpPr txBox="1"/>
          <p:nvPr/>
        </p:nvSpPr>
        <p:spPr>
          <a:xfrm>
            <a:off x="786729" y="1567316"/>
            <a:ext cx="52908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lang="en-US" sz="4400">
                <a:solidFill>
                  <a:schemeClr val="dk1"/>
                </a:solidFill>
                <a:latin typeface="Poppins Medium"/>
                <a:ea typeface="Poppins Medium"/>
                <a:cs typeface="Poppins Medium"/>
                <a:sym typeface="Poppins Medium"/>
              </a:rPr>
              <a:t>Installation</a:t>
            </a:r>
            <a:endParaRPr b="0" i="0" sz="4400" u="none" cap="none" strike="noStrike">
              <a:solidFill>
                <a:schemeClr val="dk1"/>
              </a:solidFill>
              <a:latin typeface="Poppins Medium"/>
              <a:ea typeface="Poppins Medium"/>
              <a:cs typeface="Poppins Medium"/>
              <a:sym typeface="Poppins Medium"/>
            </a:endParaRPr>
          </a:p>
        </p:txBody>
      </p:sp>
      <p:sp>
        <p:nvSpPr>
          <p:cNvPr id="195" name="Google Shape;195;p9"/>
          <p:cNvSpPr txBox="1"/>
          <p:nvPr/>
        </p:nvSpPr>
        <p:spPr>
          <a:xfrm>
            <a:off x="888142" y="2250929"/>
            <a:ext cx="4593300" cy="803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1200"/>
              </a:spcAft>
              <a:buClr>
                <a:schemeClr val="dk1"/>
              </a:buClr>
              <a:buSzPts val="1100"/>
              <a:buFont typeface="Arial"/>
              <a:buNone/>
            </a:pPr>
            <a:r>
              <a:rPr lang="en-US">
                <a:solidFill>
                  <a:schemeClr val="dk1"/>
                </a:solidFill>
                <a:latin typeface="Poppins"/>
                <a:ea typeface="Poppins"/>
                <a:cs typeface="Poppins"/>
                <a:sym typeface="Poppins"/>
              </a:rPr>
              <a:t>Install seat and buckle sensors, connect them to the module, and daisy chain modules to the display unit.</a:t>
            </a:r>
            <a:endParaRPr>
              <a:solidFill>
                <a:schemeClr val="dk1"/>
              </a:solidFill>
              <a:latin typeface="Poppins"/>
              <a:ea typeface="Poppins"/>
              <a:cs typeface="Poppins"/>
              <a:sym typeface="Poppins"/>
            </a:endParaRPr>
          </a:p>
        </p:txBody>
      </p:sp>
      <p:grpSp>
        <p:nvGrpSpPr>
          <p:cNvPr id="196" name="Google Shape;196;p9"/>
          <p:cNvGrpSpPr/>
          <p:nvPr/>
        </p:nvGrpSpPr>
        <p:grpSpPr>
          <a:xfrm>
            <a:off x="4028002" y="4266577"/>
            <a:ext cx="5844528" cy="116681"/>
            <a:chOff x="3740657" y="4414503"/>
            <a:chExt cx="5844528" cy="116681"/>
          </a:xfrm>
        </p:grpSpPr>
        <p:cxnSp>
          <p:nvCxnSpPr>
            <p:cNvPr id="197" name="Google Shape;197;p9"/>
            <p:cNvCxnSpPr/>
            <p:nvPr/>
          </p:nvCxnSpPr>
          <p:spPr>
            <a:xfrm>
              <a:off x="3740657" y="4472843"/>
              <a:ext cx="5844528" cy="0"/>
            </a:xfrm>
            <a:prstGeom prst="straightConnector1">
              <a:avLst/>
            </a:prstGeom>
            <a:noFill/>
            <a:ln cap="flat" cmpd="sng" w="19050">
              <a:solidFill>
                <a:schemeClr val="accent3"/>
              </a:solidFill>
              <a:prstDash val="solid"/>
              <a:miter lim="800000"/>
              <a:headEnd len="sm" w="sm" type="none"/>
              <a:tailEnd len="sm" w="sm" type="none"/>
            </a:ln>
          </p:spPr>
        </p:cxnSp>
        <p:sp>
          <p:nvSpPr>
            <p:cNvPr id="198" name="Google Shape;198;p9"/>
            <p:cNvSpPr/>
            <p:nvPr/>
          </p:nvSpPr>
          <p:spPr>
            <a:xfrm>
              <a:off x="4783478" y="4414503"/>
              <a:ext cx="116681" cy="116681"/>
            </a:xfrm>
            <a:prstGeom prst="ellipse">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99" name="Google Shape;199;p9"/>
            <p:cNvSpPr/>
            <p:nvPr/>
          </p:nvSpPr>
          <p:spPr>
            <a:xfrm>
              <a:off x="8403381" y="4414503"/>
              <a:ext cx="116681" cy="116681"/>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grpSp>
        <p:nvGrpSpPr>
          <p:cNvPr id="200" name="Google Shape;200;p9"/>
          <p:cNvGrpSpPr/>
          <p:nvPr/>
        </p:nvGrpSpPr>
        <p:grpSpPr>
          <a:xfrm>
            <a:off x="888142" y="3850346"/>
            <a:ext cx="3409097" cy="2270216"/>
            <a:chOff x="751369" y="3051817"/>
            <a:chExt cx="2151052" cy="1079081"/>
          </a:xfrm>
        </p:grpSpPr>
        <p:sp>
          <p:nvSpPr>
            <p:cNvPr id="201" name="Google Shape;201;p9"/>
            <p:cNvSpPr/>
            <p:nvPr/>
          </p:nvSpPr>
          <p:spPr>
            <a:xfrm>
              <a:off x="803861" y="3130138"/>
              <a:ext cx="2098560" cy="1000760"/>
            </a:xfrm>
            <a:prstGeom prst="roundRect">
              <a:avLst>
                <a:gd fmla="val 651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202" name="Google Shape;202;p9"/>
            <p:cNvSpPr/>
            <p:nvPr/>
          </p:nvSpPr>
          <p:spPr>
            <a:xfrm>
              <a:off x="751369" y="3051817"/>
              <a:ext cx="2098560" cy="1044152"/>
            </a:xfrm>
            <a:prstGeom prst="roundRect">
              <a:avLst>
                <a:gd fmla="val 651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203" name="Google Shape;203;p9"/>
          <p:cNvSpPr/>
          <p:nvPr/>
        </p:nvSpPr>
        <p:spPr>
          <a:xfrm>
            <a:off x="1078065" y="4726448"/>
            <a:ext cx="278954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Poppins"/>
                <a:ea typeface="Poppins"/>
                <a:cs typeface="Poppins"/>
                <a:sym typeface="Poppins"/>
              </a:rPr>
              <a:t>Financial Institutions</a:t>
            </a:r>
            <a:endParaRPr b="0" i="0" sz="1400" u="none" cap="none" strike="noStrike">
              <a:solidFill>
                <a:srgbClr val="000000"/>
              </a:solidFill>
              <a:latin typeface="Arial"/>
              <a:ea typeface="Arial"/>
              <a:cs typeface="Arial"/>
              <a:sym typeface="Arial"/>
            </a:endParaRPr>
          </a:p>
        </p:txBody>
      </p:sp>
      <p:sp>
        <p:nvSpPr>
          <p:cNvPr id="204" name="Google Shape;204;p9"/>
          <p:cNvSpPr/>
          <p:nvPr/>
        </p:nvSpPr>
        <p:spPr>
          <a:xfrm>
            <a:off x="1078065" y="5126558"/>
            <a:ext cx="2881529"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lt1"/>
                </a:solidFill>
                <a:latin typeface="Poppins"/>
                <a:ea typeface="Poppins"/>
                <a:cs typeface="Poppins"/>
                <a:sym typeface="Poppins"/>
              </a:rPr>
              <a:t>When she reached the first hills of the Italic Mountains had.</a:t>
            </a:r>
            <a:endParaRPr b="0" i="0" sz="1400" u="none" cap="none" strike="noStrike">
              <a:solidFill>
                <a:srgbClr val="000000"/>
              </a:solidFill>
              <a:latin typeface="Arial"/>
              <a:ea typeface="Arial"/>
              <a:cs typeface="Arial"/>
              <a:sym typeface="Arial"/>
            </a:endParaRPr>
          </a:p>
        </p:txBody>
      </p:sp>
      <p:sp>
        <p:nvSpPr>
          <p:cNvPr id="205" name="Google Shape;205;p9"/>
          <p:cNvSpPr/>
          <p:nvPr/>
        </p:nvSpPr>
        <p:spPr>
          <a:xfrm>
            <a:off x="5057701" y="4726448"/>
            <a:ext cx="2844048"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Healthcare Providers</a:t>
            </a:r>
            <a:endParaRPr b="0" i="0" sz="1400" u="none" cap="none" strike="noStrike">
              <a:solidFill>
                <a:srgbClr val="000000"/>
              </a:solidFill>
              <a:latin typeface="Arial"/>
              <a:ea typeface="Arial"/>
              <a:cs typeface="Arial"/>
              <a:sym typeface="Arial"/>
            </a:endParaRPr>
          </a:p>
        </p:txBody>
      </p:sp>
      <p:sp>
        <p:nvSpPr>
          <p:cNvPr id="206" name="Google Shape;206;p9"/>
          <p:cNvSpPr/>
          <p:nvPr/>
        </p:nvSpPr>
        <p:spPr>
          <a:xfrm>
            <a:off x="5057701" y="5126558"/>
            <a:ext cx="2881529"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 Mountains had.</a:t>
            </a:r>
            <a:endParaRPr b="0" i="0" sz="1400" u="none" cap="none" strike="noStrike">
              <a:solidFill>
                <a:srgbClr val="000000"/>
              </a:solidFill>
              <a:latin typeface="Arial"/>
              <a:ea typeface="Arial"/>
              <a:cs typeface="Arial"/>
              <a:sym typeface="Arial"/>
            </a:endParaRPr>
          </a:p>
        </p:txBody>
      </p:sp>
      <p:sp>
        <p:nvSpPr>
          <p:cNvPr id="207" name="Google Shape;207;p9"/>
          <p:cNvSpPr/>
          <p:nvPr/>
        </p:nvSpPr>
        <p:spPr>
          <a:xfrm>
            <a:off x="8588397" y="4726448"/>
            <a:ext cx="281840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Technology Startups</a:t>
            </a:r>
            <a:endParaRPr b="0" i="0" sz="2000" u="none" cap="none" strike="noStrike">
              <a:solidFill>
                <a:schemeClr val="dk1"/>
              </a:solidFill>
              <a:latin typeface="Poppins"/>
              <a:ea typeface="Poppins"/>
              <a:cs typeface="Poppins"/>
              <a:sym typeface="Poppins"/>
            </a:endParaRPr>
          </a:p>
        </p:txBody>
      </p:sp>
      <p:sp>
        <p:nvSpPr>
          <p:cNvPr id="208" name="Google Shape;208;p9"/>
          <p:cNvSpPr/>
          <p:nvPr/>
        </p:nvSpPr>
        <p:spPr>
          <a:xfrm>
            <a:off x="8588397" y="5126558"/>
            <a:ext cx="2881529"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 Mountains had.</a:t>
            </a:r>
            <a:endParaRPr b="0" i="0" sz="1400" u="none" cap="none" strike="noStrike">
              <a:solidFill>
                <a:srgbClr val="000000"/>
              </a:solidFill>
              <a:latin typeface="Arial"/>
              <a:ea typeface="Arial"/>
              <a:cs typeface="Arial"/>
              <a:sym typeface="Arial"/>
            </a:endParaRPr>
          </a:p>
        </p:txBody>
      </p:sp>
      <p:sp>
        <p:nvSpPr>
          <p:cNvPr id="209" name="Google Shape;209;p9"/>
          <p:cNvSpPr/>
          <p:nvPr/>
        </p:nvSpPr>
        <p:spPr>
          <a:xfrm flipH="1" rot="-164722">
            <a:off x="5673365" y="2741599"/>
            <a:ext cx="565994" cy="658133"/>
          </a:xfrm>
          <a:custGeom>
            <a:rect b="b" l="l" r="r" t="t"/>
            <a:pathLst>
              <a:path extrusionOk="0" h="272" w="234">
                <a:moveTo>
                  <a:pt x="228" y="249"/>
                </a:moveTo>
                <a:cubicBezTo>
                  <a:pt x="188" y="231"/>
                  <a:pt x="150" y="207"/>
                  <a:pt x="118" y="177"/>
                </a:cubicBezTo>
                <a:cubicBezTo>
                  <a:pt x="123" y="168"/>
                  <a:pt x="129" y="159"/>
                  <a:pt x="135" y="150"/>
                </a:cubicBezTo>
                <a:cubicBezTo>
                  <a:pt x="138" y="153"/>
                  <a:pt x="142" y="157"/>
                  <a:pt x="145" y="161"/>
                </a:cubicBezTo>
                <a:cubicBezTo>
                  <a:pt x="157" y="172"/>
                  <a:pt x="170" y="183"/>
                  <a:pt x="183" y="194"/>
                </a:cubicBezTo>
                <a:cubicBezTo>
                  <a:pt x="188" y="197"/>
                  <a:pt x="193" y="198"/>
                  <a:pt x="197" y="194"/>
                </a:cubicBezTo>
                <a:cubicBezTo>
                  <a:pt x="201" y="190"/>
                  <a:pt x="202" y="183"/>
                  <a:pt x="197" y="180"/>
                </a:cubicBezTo>
                <a:cubicBezTo>
                  <a:pt x="179" y="165"/>
                  <a:pt x="162" y="149"/>
                  <a:pt x="146" y="132"/>
                </a:cubicBezTo>
                <a:cubicBezTo>
                  <a:pt x="157" y="115"/>
                  <a:pt x="168" y="98"/>
                  <a:pt x="179" y="81"/>
                </a:cubicBezTo>
                <a:cubicBezTo>
                  <a:pt x="186" y="70"/>
                  <a:pt x="168" y="60"/>
                  <a:pt x="161" y="71"/>
                </a:cubicBezTo>
                <a:cubicBezTo>
                  <a:pt x="152" y="86"/>
                  <a:pt x="142" y="101"/>
                  <a:pt x="132" y="117"/>
                </a:cubicBezTo>
                <a:cubicBezTo>
                  <a:pt x="126" y="110"/>
                  <a:pt x="121" y="103"/>
                  <a:pt x="116" y="96"/>
                </a:cubicBezTo>
                <a:cubicBezTo>
                  <a:pt x="128" y="80"/>
                  <a:pt x="140" y="64"/>
                  <a:pt x="153" y="49"/>
                </a:cubicBezTo>
                <a:cubicBezTo>
                  <a:pt x="157" y="44"/>
                  <a:pt x="158" y="38"/>
                  <a:pt x="153" y="34"/>
                </a:cubicBezTo>
                <a:cubicBezTo>
                  <a:pt x="150" y="31"/>
                  <a:pt x="143" y="30"/>
                  <a:pt x="139" y="34"/>
                </a:cubicBezTo>
                <a:cubicBezTo>
                  <a:pt x="127" y="49"/>
                  <a:pt x="115" y="64"/>
                  <a:pt x="103" y="79"/>
                </a:cubicBezTo>
                <a:cubicBezTo>
                  <a:pt x="97" y="70"/>
                  <a:pt x="91" y="60"/>
                  <a:pt x="85" y="50"/>
                </a:cubicBezTo>
                <a:cubicBezTo>
                  <a:pt x="77" y="36"/>
                  <a:pt x="69" y="21"/>
                  <a:pt x="62" y="6"/>
                </a:cubicBezTo>
                <a:cubicBezTo>
                  <a:pt x="60" y="1"/>
                  <a:pt x="53" y="0"/>
                  <a:pt x="49" y="2"/>
                </a:cubicBezTo>
                <a:cubicBezTo>
                  <a:pt x="44" y="5"/>
                  <a:pt x="43" y="11"/>
                  <a:pt x="45" y="16"/>
                </a:cubicBezTo>
                <a:cubicBezTo>
                  <a:pt x="58" y="44"/>
                  <a:pt x="73" y="71"/>
                  <a:pt x="91" y="96"/>
                </a:cubicBezTo>
                <a:cubicBezTo>
                  <a:pt x="84" y="106"/>
                  <a:pt x="77" y="116"/>
                  <a:pt x="71" y="126"/>
                </a:cubicBezTo>
                <a:cubicBezTo>
                  <a:pt x="64" y="117"/>
                  <a:pt x="58" y="108"/>
                  <a:pt x="52" y="99"/>
                </a:cubicBezTo>
                <a:cubicBezTo>
                  <a:pt x="40" y="80"/>
                  <a:pt x="30" y="61"/>
                  <a:pt x="21" y="40"/>
                </a:cubicBezTo>
                <a:cubicBezTo>
                  <a:pt x="19" y="35"/>
                  <a:pt x="15" y="32"/>
                  <a:pt x="9" y="33"/>
                </a:cubicBezTo>
                <a:cubicBezTo>
                  <a:pt x="4" y="34"/>
                  <a:pt x="0" y="40"/>
                  <a:pt x="2" y="45"/>
                </a:cubicBezTo>
                <a:cubicBezTo>
                  <a:pt x="16" y="81"/>
                  <a:pt x="36" y="113"/>
                  <a:pt x="59" y="143"/>
                </a:cubicBezTo>
                <a:cubicBezTo>
                  <a:pt x="44" y="168"/>
                  <a:pt x="29" y="193"/>
                  <a:pt x="16" y="219"/>
                </a:cubicBezTo>
                <a:cubicBezTo>
                  <a:pt x="10" y="230"/>
                  <a:pt x="28" y="241"/>
                  <a:pt x="34" y="229"/>
                </a:cubicBezTo>
                <a:cubicBezTo>
                  <a:pt x="46" y="205"/>
                  <a:pt x="59" y="182"/>
                  <a:pt x="73" y="159"/>
                </a:cubicBezTo>
                <a:cubicBezTo>
                  <a:pt x="79" y="166"/>
                  <a:pt x="85" y="173"/>
                  <a:pt x="92" y="180"/>
                </a:cubicBezTo>
                <a:cubicBezTo>
                  <a:pt x="77" y="204"/>
                  <a:pt x="62" y="228"/>
                  <a:pt x="47" y="252"/>
                </a:cubicBezTo>
                <a:cubicBezTo>
                  <a:pt x="40" y="262"/>
                  <a:pt x="57" y="272"/>
                  <a:pt x="64" y="262"/>
                </a:cubicBezTo>
                <a:cubicBezTo>
                  <a:pt x="78" y="239"/>
                  <a:pt x="92" y="217"/>
                  <a:pt x="107" y="194"/>
                </a:cubicBezTo>
                <a:cubicBezTo>
                  <a:pt x="123" y="209"/>
                  <a:pt x="140" y="222"/>
                  <a:pt x="158" y="234"/>
                </a:cubicBezTo>
                <a:cubicBezTo>
                  <a:pt x="177" y="246"/>
                  <a:pt x="197" y="257"/>
                  <a:pt x="218" y="266"/>
                </a:cubicBezTo>
                <a:cubicBezTo>
                  <a:pt x="223" y="268"/>
                  <a:pt x="229" y="268"/>
                  <a:pt x="232" y="263"/>
                </a:cubicBezTo>
                <a:cubicBezTo>
                  <a:pt x="234" y="258"/>
                  <a:pt x="233" y="251"/>
                  <a:pt x="228" y="249"/>
                </a:cubicBezTo>
                <a:close/>
                <a:moveTo>
                  <a:pt x="84" y="142"/>
                </a:moveTo>
                <a:cubicBezTo>
                  <a:pt x="90" y="132"/>
                  <a:pt x="97" y="123"/>
                  <a:pt x="103" y="113"/>
                </a:cubicBezTo>
                <a:cubicBezTo>
                  <a:pt x="109" y="120"/>
                  <a:pt x="115" y="128"/>
                  <a:pt x="121" y="135"/>
                </a:cubicBezTo>
                <a:cubicBezTo>
                  <a:pt x="115" y="144"/>
                  <a:pt x="109" y="153"/>
                  <a:pt x="103" y="163"/>
                </a:cubicBezTo>
                <a:cubicBezTo>
                  <a:pt x="96" y="156"/>
                  <a:pt x="90" y="149"/>
                  <a:pt x="84" y="14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0" name="Google Shape;210;p9"/>
          <p:cNvSpPr/>
          <p:nvPr>
            <p:ph idx="2" type="pic"/>
          </p:nvPr>
        </p:nvSpPr>
        <p:spPr>
          <a:xfrm>
            <a:off x="6624411" y="1630681"/>
            <a:ext cx="4684200" cy="1950600"/>
          </a:xfrm>
          <a:prstGeom prst="roundRect">
            <a:avLst>
              <a:gd fmla="val 4111" name="adj"/>
            </a:avLst>
          </a:prstGeom>
          <a:solidFill>
            <a:schemeClr val="lt1"/>
          </a:solidFill>
          <a:ln>
            <a:noFill/>
          </a:ln>
        </p:spPr>
      </p:sp>
      <p:sp>
        <p:nvSpPr>
          <p:cNvPr id="211" name="Google Shape;211;p9"/>
          <p:cNvSpPr/>
          <p:nvPr>
            <p:ph idx="3" type="pic"/>
          </p:nvPr>
        </p:nvSpPr>
        <p:spPr>
          <a:xfrm>
            <a:off x="1078065" y="3413208"/>
            <a:ext cx="1061885" cy="1067101"/>
          </a:xfrm>
          <a:prstGeom prst="ellipse">
            <a:avLst/>
          </a:prstGeom>
          <a:solidFill>
            <a:schemeClr val="lt1"/>
          </a:solid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217" name="Google Shape;217;p3"/>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218" name="Google Shape;218;p3"/>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219" name="Google Shape;219;p3"/>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220" name="Google Shape;220;p3"/>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221" name="Google Shape;221;p3"/>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222" name="Google Shape;222;p3"/>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223" name="Google Shape;223;p3"/>
          <p:cNvGrpSpPr/>
          <p:nvPr/>
        </p:nvGrpSpPr>
        <p:grpSpPr>
          <a:xfrm>
            <a:off x="6997702" y="669152"/>
            <a:ext cx="95248" cy="68286"/>
            <a:chOff x="3790" y="2022"/>
            <a:chExt cx="282" cy="150"/>
          </a:xfrm>
        </p:grpSpPr>
        <p:cxnSp>
          <p:nvCxnSpPr>
            <p:cNvPr id="224" name="Google Shape;224;p3"/>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225" name="Google Shape;225;p3"/>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226" name="Google Shape;226;p3"/>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227" name="Google Shape;227;p3"/>
          <p:cNvSpPr/>
          <p:nvPr/>
        </p:nvSpPr>
        <p:spPr>
          <a:xfrm>
            <a:off x="7662537" y="5103880"/>
            <a:ext cx="3349543" cy="817990"/>
          </a:xfrm>
          <a:custGeom>
            <a:rect b="b" l="l" r="r" t="t"/>
            <a:pathLst>
              <a:path extrusionOk="0" h="611600" w="2504408">
                <a:moveTo>
                  <a:pt x="491" y="-741"/>
                </a:moveTo>
                <a:lnTo>
                  <a:pt x="309196" y="-741"/>
                </a:lnTo>
                <a:cubicBezTo>
                  <a:pt x="339762" y="-741"/>
                  <a:pt x="364536" y="24033"/>
                  <a:pt x="364536" y="54599"/>
                </a:cubicBezTo>
                <a:lnTo>
                  <a:pt x="364536" y="555519"/>
                </a:lnTo>
                <a:cubicBezTo>
                  <a:pt x="364536" y="586085"/>
                  <a:pt x="389311" y="610859"/>
                  <a:pt x="419877" y="610859"/>
                </a:cubicBezTo>
                <a:lnTo>
                  <a:pt x="2504899" y="610859"/>
                </a:lnTo>
              </a:path>
            </a:pathLst>
          </a:custGeom>
          <a:noFill/>
          <a:ln cap="flat" cmpd="sng" w="19050">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8" name="Google Shape;228;p3"/>
          <p:cNvSpPr txBox="1"/>
          <p:nvPr/>
        </p:nvSpPr>
        <p:spPr>
          <a:xfrm>
            <a:off x="5640467" y="1599398"/>
            <a:ext cx="5388429" cy="144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Poppins Medium"/>
                <a:ea typeface="Poppins Medium"/>
                <a:cs typeface="Poppins Medium"/>
                <a:sym typeface="Poppins Medium"/>
              </a:rPr>
              <a:t>Introduction to Blockchain.</a:t>
            </a:r>
            <a:endParaRPr b="0" i="0" sz="1400" u="none" cap="none" strike="noStrike">
              <a:solidFill>
                <a:srgbClr val="000000"/>
              </a:solidFill>
              <a:latin typeface="Arial"/>
              <a:ea typeface="Arial"/>
              <a:cs typeface="Arial"/>
              <a:sym typeface="Arial"/>
            </a:endParaRPr>
          </a:p>
        </p:txBody>
      </p:sp>
      <p:grpSp>
        <p:nvGrpSpPr>
          <p:cNvPr id="229" name="Google Shape;229;p3"/>
          <p:cNvGrpSpPr/>
          <p:nvPr/>
        </p:nvGrpSpPr>
        <p:grpSpPr>
          <a:xfrm>
            <a:off x="5710065" y="3429000"/>
            <a:ext cx="2098126" cy="2511785"/>
            <a:chOff x="5748591" y="3169161"/>
            <a:chExt cx="2098126" cy="2511785"/>
          </a:xfrm>
        </p:grpSpPr>
        <p:sp>
          <p:nvSpPr>
            <p:cNvPr id="230" name="Google Shape;230;p3"/>
            <p:cNvSpPr/>
            <p:nvPr/>
          </p:nvSpPr>
          <p:spPr>
            <a:xfrm>
              <a:off x="5766593" y="3204186"/>
              <a:ext cx="2080124" cy="2476760"/>
            </a:xfrm>
            <a:custGeom>
              <a:rect b="b" l="l" r="r" t="t"/>
              <a:pathLst>
                <a:path extrusionOk="0" h="445483" w="374142">
                  <a:moveTo>
                    <a:pt x="374482" y="24135"/>
                  </a:moveTo>
                  <a:lnTo>
                    <a:pt x="374482" y="420089"/>
                  </a:lnTo>
                  <a:cubicBezTo>
                    <a:pt x="374435" y="433748"/>
                    <a:pt x="363376" y="444806"/>
                    <a:pt x="349717" y="444854"/>
                  </a:cubicBezTo>
                  <a:lnTo>
                    <a:pt x="25106" y="444854"/>
                  </a:lnTo>
                  <a:cubicBezTo>
                    <a:pt x="11428" y="444854"/>
                    <a:pt x="340" y="433767"/>
                    <a:pt x="340" y="420089"/>
                  </a:cubicBezTo>
                  <a:lnTo>
                    <a:pt x="340" y="347985"/>
                  </a:lnTo>
                  <a:lnTo>
                    <a:pt x="20629" y="336365"/>
                  </a:lnTo>
                  <a:cubicBezTo>
                    <a:pt x="26306" y="333050"/>
                    <a:pt x="28230" y="325763"/>
                    <a:pt x="24924" y="320086"/>
                  </a:cubicBezTo>
                  <a:cubicBezTo>
                    <a:pt x="23886" y="318305"/>
                    <a:pt x="22410" y="316829"/>
                    <a:pt x="20629" y="315790"/>
                  </a:cubicBezTo>
                  <a:lnTo>
                    <a:pt x="340" y="304170"/>
                  </a:lnTo>
                  <a:lnTo>
                    <a:pt x="340" y="24135"/>
                  </a:lnTo>
                  <a:cubicBezTo>
                    <a:pt x="283" y="10514"/>
                    <a:pt x="11294" y="-573"/>
                    <a:pt x="24915" y="-630"/>
                  </a:cubicBezTo>
                  <a:cubicBezTo>
                    <a:pt x="24982" y="-630"/>
                    <a:pt x="25039" y="-630"/>
                    <a:pt x="25106" y="-630"/>
                  </a:cubicBezTo>
                  <a:lnTo>
                    <a:pt x="349717" y="-630"/>
                  </a:lnTo>
                  <a:cubicBezTo>
                    <a:pt x="363395" y="-630"/>
                    <a:pt x="374482" y="10457"/>
                    <a:pt x="374482" y="2413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1" name="Google Shape;231;p3"/>
            <p:cNvSpPr/>
            <p:nvPr/>
          </p:nvSpPr>
          <p:spPr>
            <a:xfrm>
              <a:off x="5748591" y="3169161"/>
              <a:ext cx="2041362" cy="2430607"/>
            </a:xfrm>
            <a:custGeom>
              <a:rect b="b" l="l" r="r" t="t"/>
              <a:pathLst>
                <a:path extrusionOk="0" h="445483" w="374142">
                  <a:moveTo>
                    <a:pt x="374482" y="24135"/>
                  </a:moveTo>
                  <a:lnTo>
                    <a:pt x="374482" y="420089"/>
                  </a:lnTo>
                  <a:cubicBezTo>
                    <a:pt x="374435" y="433748"/>
                    <a:pt x="363376" y="444806"/>
                    <a:pt x="349717" y="444854"/>
                  </a:cubicBezTo>
                  <a:lnTo>
                    <a:pt x="25106" y="444854"/>
                  </a:lnTo>
                  <a:cubicBezTo>
                    <a:pt x="11428" y="444854"/>
                    <a:pt x="340" y="433767"/>
                    <a:pt x="340" y="420089"/>
                  </a:cubicBezTo>
                  <a:lnTo>
                    <a:pt x="340" y="347985"/>
                  </a:lnTo>
                  <a:lnTo>
                    <a:pt x="20629" y="336365"/>
                  </a:lnTo>
                  <a:cubicBezTo>
                    <a:pt x="26306" y="333050"/>
                    <a:pt x="28230" y="325763"/>
                    <a:pt x="24924" y="320086"/>
                  </a:cubicBezTo>
                  <a:cubicBezTo>
                    <a:pt x="23886" y="318305"/>
                    <a:pt x="22410" y="316829"/>
                    <a:pt x="20629" y="315790"/>
                  </a:cubicBezTo>
                  <a:lnTo>
                    <a:pt x="340" y="304170"/>
                  </a:lnTo>
                  <a:lnTo>
                    <a:pt x="340" y="24135"/>
                  </a:lnTo>
                  <a:cubicBezTo>
                    <a:pt x="283" y="10514"/>
                    <a:pt x="11294" y="-573"/>
                    <a:pt x="24915" y="-630"/>
                  </a:cubicBezTo>
                  <a:cubicBezTo>
                    <a:pt x="24982" y="-630"/>
                    <a:pt x="25039" y="-630"/>
                    <a:pt x="25106" y="-630"/>
                  </a:cubicBezTo>
                  <a:lnTo>
                    <a:pt x="349717" y="-630"/>
                  </a:lnTo>
                  <a:cubicBezTo>
                    <a:pt x="363395" y="-630"/>
                    <a:pt x="374482" y="10457"/>
                    <a:pt x="374482" y="2413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grpSp>
        <p:nvGrpSpPr>
          <p:cNvPr id="232" name="Google Shape;232;p3"/>
          <p:cNvGrpSpPr/>
          <p:nvPr/>
        </p:nvGrpSpPr>
        <p:grpSpPr>
          <a:xfrm flipH="1">
            <a:off x="3271709" y="3717445"/>
            <a:ext cx="2081318" cy="1870536"/>
            <a:chOff x="5857493" y="3214687"/>
            <a:chExt cx="478726" cy="430244"/>
          </a:xfrm>
        </p:grpSpPr>
        <p:sp>
          <p:nvSpPr>
            <p:cNvPr id="233" name="Google Shape;233;p3"/>
            <p:cNvSpPr/>
            <p:nvPr/>
          </p:nvSpPr>
          <p:spPr>
            <a:xfrm>
              <a:off x="5857874" y="3214687"/>
              <a:ext cx="9525" cy="430244"/>
            </a:xfrm>
            <a:custGeom>
              <a:rect b="b" l="l" r="r" t="t"/>
              <a:pathLst>
                <a:path extrusionOk="0" h="430244" w="9525">
                  <a:moveTo>
                    <a:pt x="0" y="0"/>
                  </a:moveTo>
                  <a:lnTo>
                    <a:pt x="0" y="430244"/>
                  </a:lnTo>
                </a:path>
              </a:pathLst>
            </a:custGeom>
            <a:noFill/>
            <a:ln cap="flat" cmpd="sng" w="19050">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4" name="Google Shape;234;p3"/>
            <p:cNvSpPr/>
            <p:nvPr/>
          </p:nvSpPr>
          <p:spPr>
            <a:xfrm>
              <a:off x="5857493" y="3402139"/>
              <a:ext cx="478726" cy="55340"/>
            </a:xfrm>
            <a:custGeom>
              <a:rect b="b" l="l" r="r" t="t"/>
              <a:pathLst>
                <a:path extrusionOk="0" h="55340" w="478726">
                  <a:moveTo>
                    <a:pt x="597" y="-624"/>
                  </a:moveTo>
                  <a:cubicBezTo>
                    <a:pt x="8112" y="9197"/>
                    <a:pt x="18599" y="16312"/>
                    <a:pt x="30506" y="19665"/>
                  </a:cubicBezTo>
                  <a:cubicBezTo>
                    <a:pt x="40383" y="21579"/>
                    <a:pt x="50460" y="22313"/>
                    <a:pt x="60509" y="21855"/>
                  </a:cubicBezTo>
                  <a:lnTo>
                    <a:pt x="120326" y="22808"/>
                  </a:lnTo>
                  <a:lnTo>
                    <a:pt x="239960" y="23951"/>
                  </a:lnTo>
                  <a:lnTo>
                    <a:pt x="359309" y="23951"/>
                  </a:lnTo>
                  <a:cubicBezTo>
                    <a:pt x="399123" y="23951"/>
                    <a:pt x="439033" y="23380"/>
                    <a:pt x="478943" y="22236"/>
                  </a:cubicBezTo>
                  <a:lnTo>
                    <a:pt x="478943" y="31761"/>
                  </a:lnTo>
                  <a:cubicBezTo>
                    <a:pt x="439033" y="30713"/>
                    <a:pt x="399123" y="30523"/>
                    <a:pt x="359309" y="30047"/>
                  </a:cubicBezTo>
                  <a:lnTo>
                    <a:pt x="239579" y="30047"/>
                  </a:lnTo>
                  <a:lnTo>
                    <a:pt x="119945" y="31285"/>
                  </a:lnTo>
                  <a:lnTo>
                    <a:pt x="60128" y="32238"/>
                  </a:lnTo>
                  <a:cubicBezTo>
                    <a:pt x="50080" y="31733"/>
                    <a:pt x="40002" y="32466"/>
                    <a:pt x="30125" y="34428"/>
                  </a:cubicBezTo>
                  <a:cubicBezTo>
                    <a:pt x="18218" y="37781"/>
                    <a:pt x="7731" y="44896"/>
                    <a:pt x="216" y="5471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
        <p:nvSpPr>
          <p:cNvPr id="235" name="Google Shape;235;p3"/>
          <p:cNvSpPr txBox="1"/>
          <p:nvPr/>
        </p:nvSpPr>
        <p:spPr>
          <a:xfrm>
            <a:off x="5800072" y="3621405"/>
            <a:ext cx="1928370" cy="103130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lt1"/>
                </a:solidFill>
                <a:latin typeface="Poppins"/>
                <a:ea typeface="Poppins"/>
                <a:cs typeface="Poppins"/>
                <a:sym typeface="Poppins"/>
              </a:rPr>
              <a:t>Exploring the Core of Blockchain Breakthroughs.</a:t>
            </a:r>
            <a:endParaRPr b="0" i="0" sz="1400" u="none" cap="none" strike="noStrike">
              <a:solidFill>
                <a:srgbClr val="000000"/>
              </a:solidFill>
              <a:latin typeface="Arial"/>
              <a:ea typeface="Arial"/>
              <a:cs typeface="Arial"/>
              <a:sym typeface="Arial"/>
            </a:endParaRPr>
          </a:p>
        </p:txBody>
      </p:sp>
      <p:grpSp>
        <p:nvGrpSpPr>
          <p:cNvPr id="236" name="Google Shape;236;p3"/>
          <p:cNvGrpSpPr/>
          <p:nvPr/>
        </p:nvGrpSpPr>
        <p:grpSpPr>
          <a:xfrm>
            <a:off x="7054424" y="5070790"/>
            <a:ext cx="472963" cy="472963"/>
            <a:chOff x="9277655" y="3865114"/>
            <a:chExt cx="556699" cy="556699"/>
          </a:xfrm>
        </p:grpSpPr>
        <p:sp>
          <p:nvSpPr>
            <p:cNvPr id="237" name="Google Shape;237;p3"/>
            <p:cNvSpPr/>
            <p:nvPr/>
          </p:nvSpPr>
          <p:spPr>
            <a:xfrm>
              <a:off x="9277655" y="3865114"/>
              <a:ext cx="556699" cy="556699"/>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238" name="Google Shape;238;p3"/>
            <p:cNvSpPr/>
            <p:nvPr/>
          </p:nvSpPr>
          <p:spPr>
            <a:xfrm rot="-899207">
              <a:off x="9396699" y="3958224"/>
              <a:ext cx="318611" cy="370478"/>
            </a:xfrm>
            <a:custGeom>
              <a:rect b="b" l="l" r="r" t="t"/>
              <a:pathLst>
                <a:path extrusionOk="0" h="272" w="234">
                  <a:moveTo>
                    <a:pt x="228" y="249"/>
                  </a:moveTo>
                  <a:cubicBezTo>
                    <a:pt x="188" y="231"/>
                    <a:pt x="150" y="207"/>
                    <a:pt x="118" y="177"/>
                  </a:cubicBezTo>
                  <a:cubicBezTo>
                    <a:pt x="123" y="168"/>
                    <a:pt x="129" y="159"/>
                    <a:pt x="135" y="150"/>
                  </a:cubicBezTo>
                  <a:cubicBezTo>
                    <a:pt x="138" y="153"/>
                    <a:pt x="142" y="157"/>
                    <a:pt x="145" y="161"/>
                  </a:cubicBezTo>
                  <a:cubicBezTo>
                    <a:pt x="157" y="172"/>
                    <a:pt x="170" y="183"/>
                    <a:pt x="183" y="194"/>
                  </a:cubicBezTo>
                  <a:cubicBezTo>
                    <a:pt x="188" y="197"/>
                    <a:pt x="193" y="198"/>
                    <a:pt x="197" y="194"/>
                  </a:cubicBezTo>
                  <a:cubicBezTo>
                    <a:pt x="201" y="190"/>
                    <a:pt x="202" y="183"/>
                    <a:pt x="197" y="180"/>
                  </a:cubicBezTo>
                  <a:cubicBezTo>
                    <a:pt x="179" y="165"/>
                    <a:pt x="162" y="149"/>
                    <a:pt x="146" y="132"/>
                  </a:cubicBezTo>
                  <a:cubicBezTo>
                    <a:pt x="157" y="115"/>
                    <a:pt x="168" y="98"/>
                    <a:pt x="179" y="81"/>
                  </a:cubicBezTo>
                  <a:cubicBezTo>
                    <a:pt x="186" y="70"/>
                    <a:pt x="168" y="60"/>
                    <a:pt x="161" y="71"/>
                  </a:cubicBezTo>
                  <a:cubicBezTo>
                    <a:pt x="152" y="86"/>
                    <a:pt x="142" y="101"/>
                    <a:pt x="132" y="117"/>
                  </a:cubicBezTo>
                  <a:cubicBezTo>
                    <a:pt x="126" y="110"/>
                    <a:pt x="121" y="103"/>
                    <a:pt x="116" y="96"/>
                  </a:cubicBezTo>
                  <a:cubicBezTo>
                    <a:pt x="128" y="80"/>
                    <a:pt x="140" y="64"/>
                    <a:pt x="153" y="49"/>
                  </a:cubicBezTo>
                  <a:cubicBezTo>
                    <a:pt x="157" y="44"/>
                    <a:pt x="158" y="38"/>
                    <a:pt x="153" y="34"/>
                  </a:cubicBezTo>
                  <a:cubicBezTo>
                    <a:pt x="150" y="31"/>
                    <a:pt x="143" y="30"/>
                    <a:pt x="139" y="34"/>
                  </a:cubicBezTo>
                  <a:cubicBezTo>
                    <a:pt x="127" y="49"/>
                    <a:pt x="115" y="64"/>
                    <a:pt x="103" y="79"/>
                  </a:cubicBezTo>
                  <a:cubicBezTo>
                    <a:pt x="97" y="70"/>
                    <a:pt x="91" y="60"/>
                    <a:pt x="85" y="50"/>
                  </a:cubicBezTo>
                  <a:cubicBezTo>
                    <a:pt x="77" y="36"/>
                    <a:pt x="69" y="21"/>
                    <a:pt x="62" y="6"/>
                  </a:cubicBezTo>
                  <a:cubicBezTo>
                    <a:pt x="60" y="1"/>
                    <a:pt x="53" y="0"/>
                    <a:pt x="49" y="2"/>
                  </a:cubicBezTo>
                  <a:cubicBezTo>
                    <a:pt x="44" y="5"/>
                    <a:pt x="43" y="11"/>
                    <a:pt x="45" y="16"/>
                  </a:cubicBezTo>
                  <a:cubicBezTo>
                    <a:pt x="58" y="44"/>
                    <a:pt x="73" y="71"/>
                    <a:pt x="91" y="96"/>
                  </a:cubicBezTo>
                  <a:cubicBezTo>
                    <a:pt x="84" y="106"/>
                    <a:pt x="77" y="116"/>
                    <a:pt x="71" y="126"/>
                  </a:cubicBezTo>
                  <a:cubicBezTo>
                    <a:pt x="64" y="117"/>
                    <a:pt x="58" y="108"/>
                    <a:pt x="52" y="99"/>
                  </a:cubicBezTo>
                  <a:cubicBezTo>
                    <a:pt x="40" y="80"/>
                    <a:pt x="30" y="61"/>
                    <a:pt x="21" y="40"/>
                  </a:cubicBezTo>
                  <a:cubicBezTo>
                    <a:pt x="19" y="35"/>
                    <a:pt x="15" y="32"/>
                    <a:pt x="9" y="33"/>
                  </a:cubicBezTo>
                  <a:cubicBezTo>
                    <a:pt x="4" y="34"/>
                    <a:pt x="0" y="40"/>
                    <a:pt x="2" y="45"/>
                  </a:cubicBezTo>
                  <a:cubicBezTo>
                    <a:pt x="16" y="81"/>
                    <a:pt x="36" y="113"/>
                    <a:pt x="59" y="143"/>
                  </a:cubicBezTo>
                  <a:cubicBezTo>
                    <a:pt x="44" y="168"/>
                    <a:pt x="29" y="193"/>
                    <a:pt x="16" y="219"/>
                  </a:cubicBezTo>
                  <a:cubicBezTo>
                    <a:pt x="10" y="230"/>
                    <a:pt x="28" y="241"/>
                    <a:pt x="34" y="229"/>
                  </a:cubicBezTo>
                  <a:cubicBezTo>
                    <a:pt x="46" y="205"/>
                    <a:pt x="59" y="182"/>
                    <a:pt x="73" y="159"/>
                  </a:cubicBezTo>
                  <a:cubicBezTo>
                    <a:pt x="79" y="166"/>
                    <a:pt x="85" y="173"/>
                    <a:pt x="92" y="180"/>
                  </a:cubicBezTo>
                  <a:cubicBezTo>
                    <a:pt x="77" y="204"/>
                    <a:pt x="62" y="228"/>
                    <a:pt x="47" y="252"/>
                  </a:cubicBezTo>
                  <a:cubicBezTo>
                    <a:pt x="40" y="262"/>
                    <a:pt x="57" y="272"/>
                    <a:pt x="64" y="262"/>
                  </a:cubicBezTo>
                  <a:cubicBezTo>
                    <a:pt x="78" y="239"/>
                    <a:pt x="92" y="217"/>
                    <a:pt x="107" y="194"/>
                  </a:cubicBezTo>
                  <a:cubicBezTo>
                    <a:pt x="123" y="209"/>
                    <a:pt x="140" y="222"/>
                    <a:pt x="158" y="234"/>
                  </a:cubicBezTo>
                  <a:cubicBezTo>
                    <a:pt x="177" y="246"/>
                    <a:pt x="197" y="257"/>
                    <a:pt x="218" y="266"/>
                  </a:cubicBezTo>
                  <a:cubicBezTo>
                    <a:pt x="223" y="268"/>
                    <a:pt x="229" y="268"/>
                    <a:pt x="232" y="263"/>
                  </a:cubicBezTo>
                  <a:cubicBezTo>
                    <a:pt x="234" y="258"/>
                    <a:pt x="233" y="251"/>
                    <a:pt x="228" y="249"/>
                  </a:cubicBezTo>
                  <a:close/>
                  <a:moveTo>
                    <a:pt x="84" y="142"/>
                  </a:moveTo>
                  <a:cubicBezTo>
                    <a:pt x="90" y="132"/>
                    <a:pt x="97" y="123"/>
                    <a:pt x="103" y="113"/>
                  </a:cubicBezTo>
                  <a:cubicBezTo>
                    <a:pt x="109" y="120"/>
                    <a:pt x="115" y="128"/>
                    <a:pt x="121" y="135"/>
                  </a:cubicBezTo>
                  <a:cubicBezTo>
                    <a:pt x="115" y="144"/>
                    <a:pt x="109" y="153"/>
                    <a:pt x="103" y="163"/>
                  </a:cubicBezTo>
                  <a:cubicBezTo>
                    <a:pt x="96" y="156"/>
                    <a:pt x="90" y="149"/>
                    <a:pt x="84" y="14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
        <p:nvSpPr>
          <p:cNvPr id="239" name="Google Shape;239;p3"/>
          <p:cNvSpPr txBox="1"/>
          <p:nvPr/>
        </p:nvSpPr>
        <p:spPr>
          <a:xfrm>
            <a:off x="8299490" y="3462831"/>
            <a:ext cx="2959409" cy="89716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A small river named Duden flows by their place and supplies it with the necessary regelialia.</a:t>
            </a:r>
            <a:endParaRPr b="0" i="0" sz="1200" u="none" cap="none" strike="noStrike">
              <a:solidFill>
                <a:schemeClr val="dk1"/>
              </a:solidFill>
              <a:latin typeface="Poppins"/>
              <a:ea typeface="Poppins"/>
              <a:cs typeface="Poppins"/>
              <a:sym typeface="Poppins"/>
            </a:endParaRPr>
          </a:p>
        </p:txBody>
      </p:sp>
      <p:sp>
        <p:nvSpPr>
          <p:cNvPr id="240" name="Google Shape;240;p3"/>
          <p:cNvSpPr txBox="1"/>
          <p:nvPr/>
        </p:nvSpPr>
        <p:spPr>
          <a:xfrm>
            <a:off x="8299491" y="4423728"/>
            <a:ext cx="2828176" cy="34317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Which roasted parts of sentences.</a:t>
            </a:r>
            <a:endParaRPr b="0" i="0" sz="1200" u="none" cap="none" strike="noStrike">
              <a:solidFill>
                <a:schemeClr val="dk1"/>
              </a:solidFill>
              <a:latin typeface="Poppins"/>
              <a:ea typeface="Poppins"/>
              <a:cs typeface="Poppins"/>
              <a:sym typeface="Poppins"/>
            </a:endParaRPr>
          </a:p>
        </p:txBody>
      </p:sp>
      <p:sp>
        <p:nvSpPr>
          <p:cNvPr id="241" name="Google Shape;241;p3"/>
          <p:cNvSpPr txBox="1"/>
          <p:nvPr/>
        </p:nvSpPr>
        <p:spPr>
          <a:xfrm>
            <a:off x="8493809" y="5133048"/>
            <a:ext cx="660758"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Medium"/>
                <a:ea typeface="Poppins Medium"/>
                <a:cs typeface="Poppins Medium"/>
                <a:sym typeface="Poppins Medium"/>
              </a:rPr>
              <a:t>256</a:t>
            </a:r>
            <a:endParaRPr b="0" i="0" sz="2000" u="none" cap="none" strike="noStrike">
              <a:solidFill>
                <a:schemeClr val="dk1"/>
              </a:solidFill>
              <a:latin typeface="Poppins Medium"/>
              <a:ea typeface="Poppins Medium"/>
              <a:cs typeface="Poppins Medium"/>
              <a:sym typeface="Poppins Medium"/>
            </a:endParaRPr>
          </a:p>
        </p:txBody>
      </p:sp>
      <p:sp>
        <p:nvSpPr>
          <p:cNvPr id="242" name="Google Shape;242;p3"/>
          <p:cNvSpPr txBox="1"/>
          <p:nvPr/>
        </p:nvSpPr>
        <p:spPr>
          <a:xfrm>
            <a:off x="8311066" y="5530089"/>
            <a:ext cx="1026243" cy="24622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Poppins"/>
                <a:ea typeface="Poppins"/>
                <a:cs typeface="Poppins"/>
                <a:sym typeface="Poppins"/>
              </a:rPr>
              <a:t>Professionals</a:t>
            </a:r>
            <a:endParaRPr b="0" i="0" sz="1000" u="none" cap="none" strike="noStrike">
              <a:solidFill>
                <a:schemeClr val="dk1"/>
              </a:solidFill>
              <a:latin typeface="Poppins"/>
              <a:ea typeface="Poppins"/>
              <a:cs typeface="Poppins"/>
              <a:sym typeface="Poppins"/>
            </a:endParaRPr>
          </a:p>
        </p:txBody>
      </p:sp>
      <p:sp>
        <p:nvSpPr>
          <p:cNvPr id="243" name="Google Shape;243;p3"/>
          <p:cNvSpPr txBox="1"/>
          <p:nvPr/>
        </p:nvSpPr>
        <p:spPr>
          <a:xfrm>
            <a:off x="9768906" y="5133048"/>
            <a:ext cx="84991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Medium"/>
                <a:ea typeface="Poppins Medium"/>
                <a:cs typeface="Poppins Medium"/>
                <a:sym typeface="Poppins Medium"/>
              </a:rPr>
              <a:t>300+</a:t>
            </a:r>
            <a:endParaRPr b="0" i="0" sz="2000" u="none" cap="none" strike="noStrike">
              <a:solidFill>
                <a:schemeClr val="dk1"/>
              </a:solidFill>
              <a:latin typeface="Poppins Medium"/>
              <a:ea typeface="Poppins Medium"/>
              <a:cs typeface="Poppins Medium"/>
              <a:sym typeface="Poppins Medium"/>
            </a:endParaRPr>
          </a:p>
        </p:txBody>
      </p:sp>
      <p:sp>
        <p:nvSpPr>
          <p:cNvPr id="244" name="Google Shape;244;p3"/>
          <p:cNvSpPr txBox="1"/>
          <p:nvPr/>
        </p:nvSpPr>
        <p:spPr>
          <a:xfrm>
            <a:off x="9783333" y="5530089"/>
            <a:ext cx="821059" cy="24622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Poppins"/>
                <a:ea typeface="Poppins"/>
                <a:cs typeface="Poppins"/>
                <a:sym typeface="Poppins"/>
              </a:rPr>
              <a:t>Customer</a:t>
            </a:r>
            <a:endParaRPr b="0" i="0" sz="1000" u="none" cap="none" strike="noStrike">
              <a:solidFill>
                <a:schemeClr val="dk1"/>
              </a:solidFill>
              <a:latin typeface="Poppins"/>
              <a:ea typeface="Poppins"/>
              <a:cs typeface="Poppins"/>
              <a:sym typeface="Poppins"/>
            </a:endParaRPr>
          </a:p>
        </p:txBody>
      </p:sp>
      <p:sp>
        <p:nvSpPr>
          <p:cNvPr id="245" name="Google Shape;245;p3"/>
          <p:cNvSpPr/>
          <p:nvPr/>
        </p:nvSpPr>
        <p:spPr>
          <a:xfrm>
            <a:off x="8076542" y="5322647"/>
            <a:ext cx="147870" cy="14787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246" name="Google Shape;246;p3"/>
          <p:cNvSpPr/>
          <p:nvPr>
            <p:ph idx="2" type="pic"/>
          </p:nvPr>
        </p:nvSpPr>
        <p:spPr>
          <a:xfrm>
            <a:off x="927100" y="1485901"/>
            <a:ext cx="3980180" cy="4665980"/>
          </a:xfrm>
          <a:prstGeom prst="roundRect">
            <a:avLst>
              <a:gd fmla="val 4111" name="adj"/>
            </a:avLst>
          </a:prstGeom>
          <a:solidFill>
            <a:schemeClr val="lt1"/>
          </a:solid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252" name="Google Shape;252;p4"/>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253" name="Google Shape;253;p4"/>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254" name="Google Shape;254;p4"/>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255" name="Google Shape;255;p4"/>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256" name="Google Shape;256;p4"/>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257" name="Google Shape;257;p4"/>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258" name="Google Shape;258;p4"/>
          <p:cNvGrpSpPr/>
          <p:nvPr/>
        </p:nvGrpSpPr>
        <p:grpSpPr>
          <a:xfrm>
            <a:off x="6997702" y="669152"/>
            <a:ext cx="95248" cy="68286"/>
            <a:chOff x="3790" y="2022"/>
            <a:chExt cx="282" cy="150"/>
          </a:xfrm>
        </p:grpSpPr>
        <p:cxnSp>
          <p:nvCxnSpPr>
            <p:cNvPr id="259" name="Google Shape;259;p4"/>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260" name="Google Shape;260;p4"/>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261" name="Google Shape;261;p4"/>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262" name="Google Shape;262;p4"/>
          <p:cNvSpPr txBox="1"/>
          <p:nvPr/>
        </p:nvSpPr>
        <p:spPr>
          <a:xfrm>
            <a:off x="864229" y="1458760"/>
            <a:ext cx="5064512" cy="21236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Poppins Medium"/>
                <a:ea typeface="Poppins Medium"/>
                <a:cs typeface="Poppins Medium"/>
                <a:sym typeface="Poppins Medium"/>
              </a:rPr>
              <a:t>Current Challenges Stalling Progress.</a:t>
            </a:r>
            <a:endParaRPr b="0" i="0" sz="1400" u="none" cap="none" strike="noStrike">
              <a:solidFill>
                <a:srgbClr val="000000"/>
              </a:solidFill>
              <a:latin typeface="Arial"/>
              <a:ea typeface="Arial"/>
              <a:cs typeface="Arial"/>
              <a:sym typeface="Arial"/>
            </a:endParaRPr>
          </a:p>
        </p:txBody>
      </p:sp>
      <p:sp>
        <p:nvSpPr>
          <p:cNvPr id="263" name="Google Shape;263;p4"/>
          <p:cNvSpPr/>
          <p:nvPr/>
        </p:nvSpPr>
        <p:spPr>
          <a:xfrm>
            <a:off x="3833072" y="4864100"/>
            <a:ext cx="235513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Scalability Issues</a:t>
            </a:r>
            <a:endParaRPr b="0" i="0" sz="1400" u="none" cap="none" strike="noStrike">
              <a:solidFill>
                <a:srgbClr val="000000"/>
              </a:solidFill>
              <a:latin typeface="Arial"/>
              <a:ea typeface="Arial"/>
              <a:cs typeface="Arial"/>
              <a:sym typeface="Arial"/>
            </a:endParaRPr>
          </a:p>
        </p:txBody>
      </p:sp>
      <p:sp>
        <p:nvSpPr>
          <p:cNvPr id="264" name="Google Shape;264;p4"/>
          <p:cNvSpPr/>
          <p:nvPr/>
        </p:nvSpPr>
        <p:spPr>
          <a:xfrm>
            <a:off x="3833073" y="5337284"/>
            <a:ext cx="3422310" cy="64633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 Mountains, she had a last view back.</a:t>
            </a:r>
            <a:endParaRPr b="0" i="0" sz="1400" u="none" cap="none" strike="noStrike">
              <a:solidFill>
                <a:srgbClr val="000000"/>
              </a:solidFill>
              <a:latin typeface="Arial"/>
              <a:ea typeface="Arial"/>
              <a:cs typeface="Arial"/>
              <a:sym typeface="Arial"/>
            </a:endParaRPr>
          </a:p>
        </p:txBody>
      </p:sp>
      <p:grpSp>
        <p:nvGrpSpPr>
          <p:cNvPr id="265" name="Google Shape;265;p4"/>
          <p:cNvGrpSpPr/>
          <p:nvPr/>
        </p:nvGrpSpPr>
        <p:grpSpPr>
          <a:xfrm>
            <a:off x="3740657" y="4414503"/>
            <a:ext cx="6677025" cy="116681"/>
            <a:chOff x="7648575" y="2007990"/>
            <a:chExt cx="6677025" cy="116681"/>
          </a:xfrm>
        </p:grpSpPr>
        <p:cxnSp>
          <p:nvCxnSpPr>
            <p:cNvPr id="266" name="Google Shape;266;p4"/>
            <p:cNvCxnSpPr/>
            <p:nvPr/>
          </p:nvCxnSpPr>
          <p:spPr>
            <a:xfrm>
              <a:off x="7648575" y="2066330"/>
              <a:ext cx="6677025" cy="0"/>
            </a:xfrm>
            <a:prstGeom prst="straightConnector1">
              <a:avLst/>
            </a:prstGeom>
            <a:noFill/>
            <a:ln cap="flat" cmpd="sng" w="19050">
              <a:solidFill>
                <a:schemeClr val="accent3"/>
              </a:solidFill>
              <a:prstDash val="solid"/>
              <a:miter lim="800000"/>
              <a:headEnd len="sm" w="sm" type="none"/>
              <a:tailEnd len="sm" w="sm" type="none"/>
            </a:ln>
          </p:spPr>
        </p:cxnSp>
        <p:sp>
          <p:nvSpPr>
            <p:cNvPr id="267" name="Google Shape;267;p4"/>
            <p:cNvSpPr/>
            <p:nvPr/>
          </p:nvSpPr>
          <p:spPr>
            <a:xfrm>
              <a:off x="7844069" y="2007990"/>
              <a:ext cx="116681" cy="116681"/>
            </a:xfrm>
            <a:prstGeom prst="ellipse">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268" name="Google Shape;268;p4"/>
            <p:cNvSpPr/>
            <p:nvPr/>
          </p:nvSpPr>
          <p:spPr>
            <a:xfrm>
              <a:off x="12120794" y="2007990"/>
              <a:ext cx="116681" cy="116681"/>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269" name="Google Shape;269;p4"/>
          <p:cNvSpPr/>
          <p:nvPr/>
        </p:nvSpPr>
        <p:spPr>
          <a:xfrm>
            <a:off x="8096091" y="4864100"/>
            <a:ext cx="3113353"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Regulatory Uncertainty</a:t>
            </a:r>
            <a:endParaRPr b="0" i="0" sz="1400" u="none" cap="none" strike="noStrike">
              <a:solidFill>
                <a:srgbClr val="000000"/>
              </a:solidFill>
              <a:latin typeface="Arial"/>
              <a:ea typeface="Arial"/>
              <a:cs typeface="Arial"/>
              <a:sym typeface="Arial"/>
            </a:endParaRPr>
          </a:p>
        </p:txBody>
      </p:sp>
      <p:sp>
        <p:nvSpPr>
          <p:cNvPr id="270" name="Google Shape;270;p4"/>
          <p:cNvSpPr/>
          <p:nvPr/>
        </p:nvSpPr>
        <p:spPr>
          <a:xfrm>
            <a:off x="8096091" y="5337284"/>
            <a:ext cx="3140741" cy="64633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Even the all-powerful Pointing has no control about the blind texts.</a:t>
            </a:r>
            <a:endParaRPr b="0" i="0" sz="1400" u="none" cap="none" strike="noStrike">
              <a:solidFill>
                <a:srgbClr val="000000"/>
              </a:solidFill>
              <a:latin typeface="Arial"/>
              <a:ea typeface="Arial"/>
              <a:cs typeface="Arial"/>
              <a:sym typeface="Arial"/>
            </a:endParaRPr>
          </a:p>
        </p:txBody>
      </p:sp>
      <p:sp>
        <p:nvSpPr>
          <p:cNvPr id="271" name="Google Shape;271;p4"/>
          <p:cNvSpPr/>
          <p:nvPr/>
        </p:nvSpPr>
        <p:spPr>
          <a:xfrm>
            <a:off x="7122459" y="1588081"/>
            <a:ext cx="4205313" cy="2202613"/>
          </a:xfrm>
          <a:prstGeom prst="roundRect">
            <a:avLst>
              <a:gd fmla="val 682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272" name="Google Shape;272;p4"/>
          <p:cNvSpPr/>
          <p:nvPr/>
        </p:nvSpPr>
        <p:spPr>
          <a:xfrm>
            <a:off x="7059263" y="1523567"/>
            <a:ext cx="4205313" cy="2202613"/>
          </a:xfrm>
          <a:prstGeom prst="roundRect">
            <a:avLst>
              <a:gd fmla="val 8203"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273" name="Google Shape;273;p4"/>
          <p:cNvSpPr txBox="1"/>
          <p:nvPr/>
        </p:nvSpPr>
        <p:spPr>
          <a:xfrm>
            <a:off x="7188829" y="1724438"/>
            <a:ext cx="194155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Medium"/>
                <a:ea typeface="Poppins Medium"/>
                <a:cs typeface="Poppins Medium"/>
                <a:sym typeface="Poppins Medium"/>
              </a:rPr>
              <a:t>Security Risks</a:t>
            </a:r>
            <a:endParaRPr b="0" i="0" sz="1400" u="none" cap="none" strike="noStrike">
              <a:solidFill>
                <a:srgbClr val="000000"/>
              </a:solidFill>
              <a:latin typeface="Arial"/>
              <a:ea typeface="Arial"/>
              <a:cs typeface="Arial"/>
              <a:sym typeface="Arial"/>
            </a:endParaRPr>
          </a:p>
        </p:txBody>
      </p:sp>
      <p:sp>
        <p:nvSpPr>
          <p:cNvPr id="274" name="Google Shape;274;p4"/>
          <p:cNvSpPr/>
          <p:nvPr/>
        </p:nvSpPr>
        <p:spPr>
          <a:xfrm>
            <a:off x="9139549" y="2207748"/>
            <a:ext cx="898525" cy="1344044"/>
          </a:xfrm>
          <a:prstGeom prst="roundRect">
            <a:avLst>
              <a:gd fmla="val 9734"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275" name="Google Shape;275;p4"/>
          <p:cNvSpPr/>
          <p:nvPr/>
        </p:nvSpPr>
        <p:spPr>
          <a:xfrm>
            <a:off x="9139549" y="2836717"/>
            <a:ext cx="898525" cy="715075"/>
          </a:xfrm>
          <a:prstGeom prst="roundRect">
            <a:avLst>
              <a:gd fmla="val 9734"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276" name="Google Shape;276;p4"/>
          <p:cNvSpPr/>
          <p:nvPr/>
        </p:nvSpPr>
        <p:spPr>
          <a:xfrm>
            <a:off x="9139549" y="3139967"/>
            <a:ext cx="898525" cy="411825"/>
          </a:xfrm>
          <a:prstGeom prst="roundRect">
            <a:avLst>
              <a:gd fmla="val 9734" name="adj"/>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277" name="Google Shape;277;p4"/>
          <p:cNvSpPr/>
          <p:nvPr/>
        </p:nvSpPr>
        <p:spPr>
          <a:xfrm>
            <a:off x="10205555" y="2207748"/>
            <a:ext cx="898525" cy="1344044"/>
          </a:xfrm>
          <a:prstGeom prst="roundRect">
            <a:avLst>
              <a:gd fmla="val 9734"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278" name="Google Shape;278;p4"/>
          <p:cNvSpPr/>
          <p:nvPr/>
        </p:nvSpPr>
        <p:spPr>
          <a:xfrm>
            <a:off x="10205555" y="2567158"/>
            <a:ext cx="898525" cy="984634"/>
          </a:xfrm>
          <a:prstGeom prst="roundRect">
            <a:avLst>
              <a:gd fmla="val 9734"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279" name="Google Shape;279;p4"/>
          <p:cNvSpPr/>
          <p:nvPr/>
        </p:nvSpPr>
        <p:spPr>
          <a:xfrm>
            <a:off x="10205555" y="3300953"/>
            <a:ext cx="898525" cy="250839"/>
          </a:xfrm>
          <a:prstGeom prst="roundRect">
            <a:avLst>
              <a:gd fmla="val 9734" name="adj"/>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280" name="Google Shape;280;p4"/>
          <p:cNvSpPr txBox="1"/>
          <p:nvPr/>
        </p:nvSpPr>
        <p:spPr>
          <a:xfrm>
            <a:off x="9125579" y="2228927"/>
            <a:ext cx="52610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2028</a:t>
            </a:r>
            <a:endParaRPr b="0" i="0" sz="1400" u="none" cap="none" strike="noStrike">
              <a:solidFill>
                <a:srgbClr val="000000"/>
              </a:solidFill>
              <a:latin typeface="Arial"/>
              <a:ea typeface="Arial"/>
              <a:cs typeface="Arial"/>
              <a:sym typeface="Arial"/>
            </a:endParaRPr>
          </a:p>
        </p:txBody>
      </p:sp>
      <p:sp>
        <p:nvSpPr>
          <p:cNvPr id="281" name="Google Shape;281;p4"/>
          <p:cNvSpPr txBox="1"/>
          <p:nvPr/>
        </p:nvSpPr>
        <p:spPr>
          <a:xfrm>
            <a:off x="10205079" y="2228927"/>
            <a:ext cx="52610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2030</a:t>
            </a:r>
            <a:endParaRPr b="0" i="0" sz="1400" u="none" cap="none" strike="noStrike">
              <a:solidFill>
                <a:srgbClr val="000000"/>
              </a:solidFill>
              <a:latin typeface="Arial"/>
              <a:ea typeface="Arial"/>
              <a:cs typeface="Arial"/>
              <a:sym typeface="Arial"/>
            </a:endParaRPr>
          </a:p>
        </p:txBody>
      </p:sp>
      <p:sp>
        <p:nvSpPr>
          <p:cNvPr id="282" name="Google Shape;282;p4"/>
          <p:cNvSpPr txBox="1"/>
          <p:nvPr/>
        </p:nvSpPr>
        <p:spPr>
          <a:xfrm>
            <a:off x="7188829" y="2885378"/>
            <a:ext cx="95250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Medium"/>
                <a:ea typeface="Poppins Medium"/>
                <a:cs typeface="Poppins Medium"/>
                <a:sym typeface="Poppins Medium"/>
              </a:rPr>
              <a:t>1000+</a:t>
            </a:r>
            <a:endParaRPr b="0" i="0" sz="1400" u="none" cap="none" strike="noStrike">
              <a:solidFill>
                <a:srgbClr val="000000"/>
              </a:solidFill>
              <a:latin typeface="Arial"/>
              <a:ea typeface="Arial"/>
              <a:cs typeface="Arial"/>
              <a:sym typeface="Arial"/>
            </a:endParaRPr>
          </a:p>
        </p:txBody>
      </p:sp>
      <p:sp>
        <p:nvSpPr>
          <p:cNvPr id="283" name="Google Shape;283;p4"/>
          <p:cNvSpPr txBox="1"/>
          <p:nvPr/>
        </p:nvSpPr>
        <p:spPr>
          <a:xfrm>
            <a:off x="7188829" y="3251210"/>
            <a:ext cx="1358064"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Blockchains Exist</a:t>
            </a:r>
            <a:endParaRPr b="0" i="0" sz="1400" u="none" cap="none" strike="noStrike">
              <a:solidFill>
                <a:srgbClr val="000000"/>
              </a:solidFill>
              <a:latin typeface="Arial"/>
              <a:ea typeface="Arial"/>
              <a:cs typeface="Arial"/>
              <a:sym typeface="Arial"/>
            </a:endParaRPr>
          </a:p>
        </p:txBody>
      </p:sp>
      <p:grpSp>
        <p:nvGrpSpPr>
          <p:cNvPr id="284" name="Google Shape;284;p4"/>
          <p:cNvGrpSpPr/>
          <p:nvPr/>
        </p:nvGrpSpPr>
        <p:grpSpPr>
          <a:xfrm rot="-1800000">
            <a:off x="8190619" y="2872337"/>
            <a:ext cx="269299" cy="269299"/>
            <a:chOff x="7501761" y="2843213"/>
            <a:chExt cx="230981" cy="230981"/>
          </a:xfrm>
        </p:grpSpPr>
        <p:sp>
          <p:nvSpPr>
            <p:cNvPr id="285" name="Google Shape;285;p4"/>
            <p:cNvSpPr/>
            <p:nvPr/>
          </p:nvSpPr>
          <p:spPr>
            <a:xfrm>
              <a:off x="7501761" y="2843213"/>
              <a:ext cx="230981" cy="230981"/>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nvGrpSpPr>
            <p:cNvPr id="286" name="Google Shape;286;p4"/>
            <p:cNvGrpSpPr/>
            <p:nvPr/>
          </p:nvGrpSpPr>
          <p:grpSpPr>
            <a:xfrm>
              <a:off x="7543065" y="2922656"/>
              <a:ext cx="143611" cy="81484"/>
              <a:chOff x="3604" y="2032"/>
              <a:chExt cx="460" cy="261"/>
            </a:xfrm>
          </p:grpSpPr>
          <p:sp>
            <p:nvSpPr>
              <p:cNvPr id="287" name="Google Shape;287;p4"/>
              <p:cNvSpPr/>
              <p:nvPr/>
            </p:nvSpPr>
            <p:spPr>
              <a:xfrm>
                <a:off x="3937" y="2032"/>
                <a:ext cx="127" cy="261"/>
              </a:xfrm>
              <a:custGeom>
                <a:rect b="b" l="l" r="r" t="t"/>
                <a:pathLst>
                  <a:path extrusionOk="0" h="261" w="127">
                    <a:moveTo>
                      <a:pt x="0" y="0"/>
                    </a:moveTo>
                    <a:lnTo>
                      <a:pt x="127" y="129"/>
                    </a:lnTo>
                    <a:lnTo>
                      <a:pt x="0" y="261"/>
                    </a:lnTo>
                  </a:path>
                </a:pathLst>
              </a:custGeom>
              <a:noFill/>
              <a:ln cap="flat" cmpd="sng" w="9525">
                <a:solidFill>
                  <a:srgbClr val="110F39"/>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cxnSp>
            <p:nvCxnSpPr>
              <p:cNvPr id="288" name="Google Shape;288;p4"/>
              <p:cNvCxnSpPr/>
              <p:nvPr/>
            </p:nvCxnSpPr>
            <p:spPr>
              <a:xfrm rot="10800000">
                <a:off x="3604" y="2161"/>
                <a:ext cx="460" cy="0"/>
              </a:xfrm>
              <a:prstGeom prst="straightConnector1">
                <a:avLst/>
              </a:prstGeom>
              <a:noFill/>
              <a:ln cap="flat" cmpd="sng" w="9525">
                <a:solidFill>
                  <a:srgbClr val="110F39"/>
                </a:solidFill>
                <a:prstDash val="solid"/>
                <a:miter lim="800000"/>
                <a:headEnd len="sm" w="sm" type="none"/>
                <a:tailEnd len="sm" w="sm" type="none"/>
              </a:ln>
            </p:spPr>
          </p:cxnSp>
        </p:grpSp>
      </p:grpSp>
      <p:sp>
        <p:nvSpPr>
          <p:cNvPr id="289" name="Google Shape;289;p4"/>
          <p:cNvSpPr txBox="1"/>
          <p:nvPr/>
        </p:nvSpPr>
        <p:spPr>
          <a:xfrm>
            <a:off x="866176" y="4921786"/>
            <a:ext cx="2292358" cy="106182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Overcoming Barriers Slowing Blockchain's Full Potential.</a:t>
            </a:r>
            <a:endParaRPr b="0" i="0" sz="1400" u="none" cap="none" strike="noStrike">
              <a:solidFill>
                <a:srgbClr val="000000"/>
              </a:solidFill>
              <a:latin typeface="Arial"/>
              <a:ea typeface="Arial"/>
              <a:cs typeface="Arial"/>
              <a:sym typeface="Arial"/>
            </a:endParaRPr>
          </a:p>
        </p:txBody>
      </p:sp>
      <p:sp>
        <p:nvSpPr>
          <p:cNvPr id="290" name="Google Shape;290;p4"/>
          <p:cNvSpPr/>
          <p:nvPr/>
        </p:nvSpPr>
        <p:spPr>
          <a:xfrm rot="-1165187">
            <a:off x="3711494" y="1280028"/>
            <a:ext cx="565994" cy="658133"/>
          </a:xfrm>
          <a:custGeom>
            <a:rect b="b" l="l" r="r" t="t"/>
            <a:pathLst>
              <a:path extrusionOk="0" h="272" w="234">
                <a:moveTo>
                  <a:pt x="228" y="249"/>
                </a:moveTo>
                <a:cubicBezTo>
                  <a:pt x="188" y="231"/>
                  <a:pt x="150" y="207"/>
                  <a:pt x="118" y="177"/>
                </a:cubicBezTo>
                <a:cubicBezTo>
                  <a:pt x="123" y="168"/>
                  <a:pt x="129" y="159"/>
                  <a:pt x="135" y="150"/>
                </a:cubicBezTo>
                <a:cubicBezTo>
                  <a:pt x="138" y="153"/>
                  <a:pt x="142" y="157"/>
                  <a:pt x="145" y="161"/>
                </a:cubicBezTo>
                <a:cubicBezTo>
                  <a:pt x="157" y="172"/>
                  <a:pt x="170" y="183"/>
                  <a:pt x="183" y="194"/>
                </a:cubicBezTo>
                <a:cubicBezTo>
                  <a:pt x="188" y="197"/>
                  <a:pt x="193" y="198"/>
                  <a:pt x="197" y="194"/>
                </a:cubicBezTo>
                <a:cubicBezTo>
                  <a:pt x="201" y="190"/>
                  <a:pt x="202" y="183"/>
                  <a:pt x="197" y="180"/>
                </a:cubicBezTo>
                <a:cubicBezTo>
                  <a:pt x="179" y="165"/>
                  <a:pt x="162" y="149"/>
                  <a:pt x="146" y="132"/>
                </a:cubicBezTo>
                <a:cubicBezTo>
                  <a:pt x="157" y="115"/>
                  <a:pt x="168" y="98"/>
                  <a:pt x="179" y="81"/>
                </a:cubicBezTo>
                <a:cubicBezTo>
                  <a:pt x="186" y="70"/>
                  <a:pt x="168" y="60"/>
                  <a:pt x="161" y="71"/>
                </a:cubicBezTo>
                <a:cubicBezTo>
                  <a:pt x="152" y="86"/>
                  <a:pt x="142" y="101"/>
                  <a:pt x="132" y="117"/>
                </a:cubicBezTo>
                <a:cubicBezTo>
                  <a:pt x="126" y="110"/>
                  <a:pt x="121" y="103"/>
                  <a:pt x="116" y="96"/>
                </a:cubicBezTo>
                <a:cubicBezTo>
                  <a:pt x="128" y="80"/>
                  <a:pt x="140" y="64"/>
                  <a:pt x="153" y="49"/>
                </a:cubicBezTo>
                <a:cubicBezTo>
                  <a:pt x="157" y="44"/>
                  <a:pt x="158" y="38"/>
                  <a:pt x="153" y="34"/>
                </a:cubicBezTo>
                <a:cubicBezTo>
                  <a:pt x="150" y="31"/>
                  <a:pt x="143" y="30"/>
                  <a:pt x="139" y="34"/>
                </a:cubicBezTo>
                <a:cubicBezTo>
                  <a:pt x="127" y="49"/>
                  <a:pt x="115" y="64"/>
                  <a:pt x="103" y="79"/>
                </a:cubicBezTo>
                <a:cubicBezTo>
                  <a:pt x="97" y="70"/>
                  <a:pt x="91" y="60"/>
                  <a:pt x="85" y="50"/>
                </a:cubicBezTo>
                <a:cubicBezTo>
                  <a:pt x="77" y="36"/>
                  <a:pt x="69" y="21"/>
                  <a:pt x="62" y="6"/>
                </a:cubicBezTo>
                <a:cubicBezTo>
                  <a:pt x="60" y="1"/>
                  <a:pt x="53" y="0"/>
                  <a:pt x="49" y="2"/>
                </a:cubicBezTo>
                <a:cubicBezTo>
                  <a:pt x="44" y="5"/>
                  <a:pt x="43" y="11"/>
                  <a:pt x="45" y="16"/>
                </a:cubicBezTo>
                <a:cubicBezTo>
                  <a:pt x="58" y="44"/>
                  <a:pt x="73" y="71"/>
                  <a:pt x="91" y="96"/>
                </a:cubicBezTo>
                <a:cubicBezTo>
                  <a:pt x="84" y="106"/>
                  <a:pt x="77" y="116"/>
                  <a:pt x="71" y="126"/>
                </a:cubicBezTo>
                <a:cubicBezTo>
                  <a:pt x="64" y="117"/>
                  <a:pt x="58" y="108"/>
                  <a:pt x="52" y="99"/>
                </a:cubicBezTo>
                <a:cubicBezTo>
                  <a:pt x="40" y="80"/>
                  <a:pt x="30" y="61"/>
                  <a:pt x="21" y="40"/>
                </a:cubicBezTo>
                <a:cubicBezTo>
                  <a:pt x="19" y="35"/>
                  <a:pt x="15" y="32"/>
                  <a:pt x="9" y="33"/>
                </a:cubicBezTo>
                <a:cubicBezTo>
                  <a:pt x="4" y="34"/>
                  <a:pt x="0" y="40"/>
                  <a:pt x="2" y="45"/>
                </a:cubicBezTo>
                <a:cubicBezTo>
                  <a:pt x="16" y="81"/>
                  <a:pt x="36" y="113"/>
                  <a:pt x="59" y="143"/>
                </a:cubicBezTo>
                <a:cubicBezTo>
                  <a:pt x="44" y="168"/>
                  <a:pt x="29" y="193"/>
                  <a:pt x="16" y="219"/>
                </a:cubicBezTo>
                <a:cubicBezTo>
                  <a:pt x="10" y="230"/>
                  <a:pt x="28" y="241"/>
                  <a:pt x="34" y="229"/>
                </a:cubicBezTo>
                <a:cubicBezTo>
                  <a:pt x="46" y="205"/>
                  <a:pt x="59" y="182"/>
                  <a:pt x="73" y="159"/>
                </a:cubicBezTo>
                <a:cubicBezTo>
                  <a:pt x="79" y="166"/>
                  <a:pt x="85" y="173"/>
                  <a:pt x="92" y="180"/>
                </a:cubicBezTo>
                <a:cubicBezTo>
                  <a:pt x="77" y="204"/>
                  <a:pt x="62" y="228"/>
                  <a:pt x="47" y="252"/>
                </a:cubicBezTo>
                <a:cubicBezTo>
                  <a:pt x="40" y="262"/>
                  <a:pt x="57" y="272"/>
                  <a:pt x="64" y="262"/>
                </a:cubicBezTo>
                <a:cubicBezTo>
                  <a:pt x="78" y="239"/>
                  <a:pt x="92" y="217"/>
                  <a:pt x="107" y="194"/>
                </a:cubicBezTo>
                <a:cubicBezTo>
                  <a:pt x="123" y="209"/>
                  <a:pt x="140" y="222"/>
                  <a:pt x="158" y="234"/>
                </a:cubicBezTo>
                <a:cubicBezTo>
                  <a:pt x="177" y="246"/>
                  <a:pt x="197" y="257"/>
                  <a:pt x="218" y="266"/>
                </a:cubicBezTo>
                <a:cubicBezTo>
                  <a:pt x="223" y="268"/>
                  <a:pt x="229" y="268"/>
                  <a:pt x="232" y="263"/>
                </a:cubicBezTo>
                <a:cubicBezTo>
                  <a:pt x="234" y="258"/>
                  <a:pt x="233" y="251"/>
                  <a:pt x="228" y="249"/>
                </a:cubicBezTo>
                <a:close/>
                <a:moveTo>
                  <a:pt x="84" y="142"/>
                </a:moveTo>
                <a:cubicBezTo>
                  <a:pt x="90" y="132"/>
                  <a:pt x="97" y="123"/>
                  <a:pt x="103" y="113"/>
                </a:cubicBezTo>
                <a:cubicBezTo>
                  <a:pt x="109" y="120"/>
                  <a:pt x="115" y="128"/>
                  <a:pt x="121" y="135"/>
                </a:cubicBezTo>
                <a:cubicBezTo>
                  <a:pt x="115" y="144"/>
                  <a:pt x="109" y="153"/>
                  <a:pt x="103" y="163"/>
                </a:cubicBezTo>
                <a:cubicBezTo>
                  <a:pt x="96" y="156"/>
                  <a:pt x="90" y="149"/>
                  <a:pt x="84" y="142"/>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91" name="Google Shape;291;p4"/>
          <p:cNvSpPr/>
          <p:nvPr/>
        </p:nvSpPr>
        <p:spPr>
          <a:xfrm>
            <a:off x="969134" y="4249768"/>
            <a:ext cx="446149" cy="446149"/>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292" name="Google Shape;292;p4"/>
          <p:cNvSpPr/>
          <p:nvPr/>
        </p:nvSpPr>
        <p:spPr>
          <a:xfrm>
            <a:off x="1101086" y="4346251"/>
            <a:ext cx="182243" cy="253182"/>
          </a:xfrm>
          <a:custGeom>
            <a:rect b="b" l="l" r="r" t="t"/>
            <a:pathLst>
              <a:path extrusionOk="0" h="560125" w="403184">
                <a:moveTo>
                  <a:pt x="6479" y="294415"/>
                </a:moveTo>
                <a:lnTo>
                  <a:pt x="255368" y="6950"/>
                </a:lnTo>
                <a:cubicBezTo>
                  <a:pt x="263759" y="-2480"/>
                  <a:pt x="278209" y="-3318"/>
                  <a:pt x="287638" y="5083"/>
                </a:cubicBezTo>
                <a:cubicBezTo>
                  <a:pt x="293125" y="9960"/>
                  <a:pt x="295925" y="17170"/>
                  <a:pt x="295182" y="24476"/>
                </a:cubicBezTo>
                <a:lnTo>
                  <a:pt x="269179" y="182687"/>
                </a:lnTo>
                <a:cubicBezTo>
                  <a:pt x="268208" y="192592"/>
                  <a:pt x="273751" y="201993"/>
                  <a:pt x="282895" y="205928"/>
                </a:cubicBezTo>
                <a:lnTo>
                  <a:pt x="389956" y="252028"/>
                </a:lnTo>
                <a:cubicBezTo>
                  <a:pt x="401576" y="256972"/>
                  <a:pt x="406977" y="270402"/>
                  <a:pt x="402034" y="282013"/>
                </a:cubicBezTo>
                <a:cubicBezTo>
                  <a:pt x="401005" y="284442"/>
                  <a:pt x="399557" y="286671"/>
                  <a:pt x="397767" y="288604"/>
                </a:cubicBezTo>
                <a:lnTo>
                  <a:pt x="155260" y="552066"/>
                </a:lnTo>
                <a:cubicBezTo>
                  <a:pt x="146640" y="561362"/>
                  <a:pt x="132114" y="561915"/>
                  <a:pt x="122818" y="553304"/>
                </a:cubicBezTo>
                <a:cubicBezTo>
                  <a:pt x="117417" y="548294"/>
                  <a:pt x="114741" y="540998"/>
                  <a:pt x="115636" y="533683"/>
                </a:cubicBezTo>
                <a:lnTo>
                  <a:pt x="132876" y="396713"/>
                </a:lnTo>
                <a:cubicBezTo>
                  <a:pt x="134124" y="386379"/>
                  <a:pt x="128323" y="376472"/>
                  <a:pt x="118684" y="372520"/>
                </a:cubicBezTo>
                <a:lnTo>
                  <a:pt x="15433" y="330991"/>
                </a:lnTo>
                <a:cubicBezTo>
                  <a:pt x="3631" y="326504"/>
                  <a:pt x="-2303" y="313302"/>
                  <a:pt x="2174" y="301501"/>
                </a:cubicBezTo>
                <a:cubicBezTo>
                  <a:pt x="3164" y="298901"/>
                  <a:pt x="4622" y="296500"/>
                  <a:pt x="6479" y="29441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5"/>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298" name="Google Shape;298;p5"/>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299" name="Google Shape;299;p5"/>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300" name="Google Shape;300;p5"/>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301" name="Google Shape;301;p5"/>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302" name="Google Shape;302;p5"/>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303" name="Google Shape;303;p5"/>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304" name="Google Shape;304;p5"/>
          <p:cNvGrpSpPr/>
          <p:nvPr/>
        </p:nvGrpSpPr>
        <p:grpSpPr>
          <a:xfrm>
            <a:off x="6997702" y="669152"/>
            <a:ext cx="95248" cy="68286"/>
            <a:chOff x="3790" y="2022"/>
            <a:chExt cx="282" cy="150"/>
          </a:xfrm>
        </p:grpSpPr>
        <p:cxnSp>
          <p:nvCxnSpPr>
            <p:cNvPr id="305" name="Google Shape;305;p5"/>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306" name="Google Shape;306;p5"/>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307" name="Google Shape;307;p5"/>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308" name="Google Shape;308;p5"/>
          <p:cNvSpPr txBox="1"/>
          <p:nvPr/>
        </p:nvSpPr>
        <p:spPr>
          <a:xfrm>
            <a:off x="682302" y="1784631"/>
            <a:ext cx="5064512" cy="144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Poppins Medium"/>
                <a:ea typeface="Poppins Medium"/>
                <a:cs typeface="Poppins Medium"/>
                <a:sym typeface="Poppins Medium"/>
              </a:rPr>
              <a:t>Redefining Problem-Solving.</a:t>
            </a:r>
            <a:endParaRPr b="0" i="0" sz="1400" u="none" cap="none" strike="noStrike">
              <a:solidFill>
                <a:srgbClr val="000000"/>
              </a:solidFill>
              <a:latin typeface="Arial"/>
              <a:ea typeface="Arial"/>
              <a:cs typeface="Arial"/>
              <a:sym typeface="Arial"/>
            </a:endParaRPr>
          </a:p>
        </p:txBody>
      </p:sp>
      <p:sp>
        <p:nvSpPr>
          <p:cNvPr id="309" name="Google Shape;309;p5"/>
          <p:cNvSpPr/>
          <p:nvPr/>
        </p:nvSpPr>
        <p:spPr>
          <a:xfrm>
            <a:off x="7716330" y="2050174"/>
            <a:ext cx="231666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Decentralization</a:t>
            </a:r>
            <a:endParaRPr b="0" i="0" sz="1400" u="none" cap="none" strike="noStrike">
              <a:solidFill>
                <a:srgbClr val="000000"/>
              </a:solidFill>
              <a:latin typeface="Arial"/>
              <a:ea typeface="Arial"/>
              <a:cs typeface="Arial"/>
              <a:sym typeface="Arial"/>
            </a:endParaRPr>
          </a:p>
        </p:txBody>
      </p:sp>
      <p:sp>
        <p:nvSpPr>
          <p:cNvPr id="310" name="Google Shape;310;p5"/>
          <p:cNvSpPr/>
          <p:nvPr/>
        </p:nvSpPr>
        <p:spPr>
          <a:xfrm>
            <a:off x="7716331" y="2446881"/>
            <a:ext cx="3422310" cy="64633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 Mountains, she had a last view back.</a:t>
            </a:r>
            <a:endParaRPr b="0" i="0" sz="1400" u="none" cap="none" strike="noStrike">
              <a:solidFill>
                <a:srgbClr val="000000"/>
              </a:solidFill>
              <a:latin typeface="Arial"/>
              <a:ea typeface="Arial"/>
              <a:cs typeface="Arial"/>
              <a:sym typeface="Arial"/>
            </a:endParaRPr>
          </a:p>
        </p:txBody>
      </p:sp>
      <p:grpSp>
        <p:nvGrpSpPr>
          <p:cNvPr id="311" name="Google Shape;311;p5"/>
          <p:cNvGrpSpPr/>
          <p:nvPr/>
        </p:nvGrpSpPr>
        <p:grpSpPr>
          <a:xfrm rot="3027431">
            <a:off x="4095977" y="1490930"/>
            <a:ext cx="749871" cy="749871"/>
            <a:chOff x="8141334" y="2823052"/>
            <a:chExt cx="367869" cy="367869"/>
          </a:xfrm>
        </p:grpSpPr>
        <p:sp>
          <p:nvSpPr>
            <p:cNvPr id="312" name="Google Shape;312;p5"/>
            <p:cNvSpPr/>
            <p:nvPr/>
          </p:nvSpPr>
          <p:spPr>
            <a:xfrm rot="-1800000">
              <a:off x="8190619" y="2872337"/>
              <a:ext cx="269299" cy="269299"/>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313" name="Google Shape;313;p5"/>
            <p:cNvSpPr/>
            <p:nvPr/>
          </p:nvSpPr>
          <p:spPr>
            <a:xfrm rot="-1800000">
              <a:off x="8354973" y="2935312"/>
              <a:ext cx="46227" cy="95002"/>
            </a:xfrm>
            <a:custGeom>
              <a:rect b="b" l="l" r="r" t="t"/>
              <a:pathLst>
                <a:path extrusionOk="0" h="261" w="127">
                  <a:moveTo>
                    <a:pt x="0" y="0"/>
                  </a:moveTo>
                  <a:lnTo>
                    <a:pt x="127" y="129"/>
                  </a:lnTo>
                  <a:lnTo>
                    <a:pt x="0" y="261"/>
                  </a:lnTo>
                </a:path>
              </a:pathLst>
            </a:custGeom>
            <a:noFill/>
            <a:ln cap="flat" cmpd="sng" w="19050">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cxnSp>
          <p:nvCxnSpPr>
            <p:cNvPr id="314" name="Google Shape;314;p5"/>
            <p:cNvCxnSpPr/>
            <p:nvPr/>
          </p:nvCxnSpPr>
          <p:spPr>
            <a:xfrm rot="9000000">
              <a:off x="8241611" y="3012642"/>
              <a:ext cx="167435" cy="0"/>
            </a:xfrm>
            <a:prstGeom prst="straightConnector1">
              <a:avLst/>
            </a:prstGeom>
            <a:noFill/>
            <a:ln cap="flat" cmpd="sng" w="19050">
              <a:solidFill>
                <a:schemeClr val="accent1"/>
              </a:solidFill>
              <a:prstDash val="solid"/>
              <a:miter lim="800000"/>
              <a:headEnd len="sm" w="sm" type="none"/>
              <a:tailEnd len="sm" w="sm" type="none"/>
            </a:ln>
          </p:spPr>
        </p:cxnSp>
      </p:grpSp>
      <p:grpSp>
        <p:nvGrpSpPr>
          <p:cNvPr id="315" name="Google Shape;315;p5"/>
          <p:cNvGrpSpPr/>
          <p:nvPr/>
        </p:nvGrpSpPr>
        <p:grpSpPr>
          <a:xfrm>
            <a:off x="6874561" y="2125182"/>
            <a:ext cx="697677" cy="2766441"/>
            <a:chOff x="6874561" y="2125182"/>
            <a:chExt cx="697677" cy="2766441"/>
          </a:xfrm>
        </p:grpSpPr>
        <p:sp>
          <p:nvSpPr>
            <p:cNvPr id="316" name="Google Shape;316;p5"/>
            <p:cNvSpPr/>
            <p:nvPr/>
          </p:nvSpPr>
          <p:spPr>
            <a:xfrm>
              <a:off x="6874561" y="2531588"/>
              <a:ext cx="697677" cy="2360035"/>
            </a:xfrm>
            <a:custGeom>
              <a:rect b="b" l="l" r="r" t="t"/>
              <a:pathLst>
                <a:path extrusionOk="0" h="652165" w="164496">
                  <a:moveTo>
                    <a:pt x="164198" y="27633"/>
                  </a:moveTo>
                  <a:cubicBezTo>
                    <a:pt x="160220" y="26023"/>
                    <a:pt x="156148" y="24661"/>
                    <a:pt x="152006" y="23537"/>
                  </a:cubicBezTo>
                  <a:cubicBezTo>
                    <a:pt x="148196" y="22490"/>
                    <a:pt x="143053" y="21347"/>
                    <a:pt x="141053" y="20871"/>
                  </a:cubicBezTo>
                  <a:cubicBezTo>
                    <a:pt x="134680" y="20347"/>
                    <a:pt x="128793" y="24300"/>
                    <a:pt x="126860" y="30396"/>
                  </a:cubicBezTo>
                  <a:cubicBezTo>
                    <a:pt x="126050" y="34120"/>
                    <a:pt x="125666" y="37920"/>
                    <a:pt x="125717" y="41730"/>
                  </a:cubicBezTo>
                  <a:lnTo>
                    <a:pt x="125717" y="53922"/>
                  </a:lnTo>
                  <a:lnTo>
                    <a:pt x="125717" y="78401"/>
                  </a:lnTo>
                  <a:lnTo>
                    <a:pt x="125717" y="176128"/>
                  </a:lnTo>
                  <a:lnTo>
                    <a:pt x="124193" y="371295"/>
                  </a:lnTo>
                  <a:lnTo>
                    <a:pt x="124193" y="628470"/>
                  </a:lnTo>
                  <a:cubicBezTo>
                    <a:pt x="124200" y="632918"/>
                    <a:pt x="122945" y="637281"/>
                    <a:pt x="120574" y="641043"/>
                  </a:cubicBezTo>
                  <a:cubicBezTo>
                    <a:pt x="118081" y="644768"/>
                    <a:pt x="114579" y="647711"/>
                    <a:pt x="110477" y="649521"/>
                  </a:cubicBezTo>
                  <a:cubicBezTo>
                    <a:pt x="106453" y="651101"/>
                    <a:pt x="102122" y="651759"/>
                    <a:pt x="97809" y="651425"/>
                  </a:cubicBezTo>
                  <a:lnTo>
                    <a:pt x="83" y="651425"/>
                  </a:lnTo>
                  <a:lnTo>
                    <a:pt x="83" y="646568"/>
                  </a:lnTo>
                  <a:lnTo>
                    <a:pt x="97809" y="647044"/>
                  </a:lnTo>
                  <a:cubicBezTo>
                    <a:pt x="101615" y="647416"/>
                    <a:pt x="105456" y="646920"/>
                    <a:pt x="109049" y="645615"/>
                  </a:cubicBezTo>
                  <a:cubicBezTo>
                    <a:pt x="112459" y="644158"/>
                    <a:pt x="115373" y="641748"/>
                    <a:pt x="117431" y="638662"/>
                  </a:cubicBezTo>
                  <a:cubicBezTo>
                    <a:pt x="119498" y="635529"/>
                    <a:pt x="120592" y="631842"/>
                    <a:pt x="120574" y="628089"/>
                  </a:cubicBezTo>
                  <a:lnTo>
                    <a:pt x="120574" y="615897"/>
                  </a:lnTo>
                  <a:lnTo>
                    <a:pt x="120574" y="567034"/>
                  </a:lnTo>
                  <a:lnTo>
                    <a:pt x="120574" y="371295"/>
                  </a:lnTo>
                  <a:lnTo>
                    <a:pt x="119812" y="175937"/>
                  </a:lnTo>
                  <a:lnTo>
                    <a:pt x="119812" y="78211"/>
                  </a:lnTo>
                  <a:lnTo>
                    <a:pt x="119812" y="54113"/>
                  </a:lnTo>
                  <a:lnTo>
                    <a:pt x="119812" y="41921"/>
                  </a:lnTo>
                  <a:cubicBezTo>
                    <a:pt x="119422" y="37616"/>
                    <a:pt x="119422" y="33272"/>
                    <a:pt x="119812" y="28967"/>
                  </a:cubicBezTo>
                  <a:cubicBezTo>
                    <a:pt x="121454" y="18537"/>
                    <a:pt x="128819" y="9926"/>
                    <a:pt x="138862" y="6678"/>
                  </a:cubicBezTo>
                  <a:cubicBezTo>
                    <a:pt x="141529" y="5726"/>
                    <a:pt x="144482" y="5440"/>
                    <a:pt x="146196" y="4964"/>
                  </a:cubicBezTo>
                  <a:lnTo>
                    <a:pt x="152387" y="3440"/>
                  </a:lnTo>
                  <a:cubicBezTo>
                    <a:pt x="156388" y="2297"/>
                    <a:pt x="160484" y="963"/>
                    <a:pt x="164579" y="-65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cxnSp>
          <p:nvCxnSpPr>
            <p:cNvPr id="317" name="Google Shape;317;p5"/>
            <p:cNvCxnSpPr/>
            <p:nvPr/>
          </p:nvCxnSpPr>
          <p:spPr>
            <a:xfrm>
              <a:off x="7567476" y="2125182"/>
              <a:ext cx="0" cy="932391"/>
            </a:xfrm>
            <a:prstGeom prst="straightConnector1">
              <a:avLst/>
            </a:prstGeom>
            <a:noFill/>
            <a:ln cap="flat" cmpd="sng" w="19050">
              <a:solidFill>
                <a:schemeClr val="accent3"/>
              </a:solidFill>
              <a:prstDash val="solid"/>
              <a:miter lim="800000"/>
              <a:headEnd len="sm" w="sm" type="none"/>
              <a:tailEnd len="sm" w="sm" type="none"/>
            </a:ln>
          </p:spPr>
        </p:cxnSp>
      </p:grpSp>
      <p:grpSp>
        <p:nvGrpSpPr>
          <p:cNvPr id="318" name="Google Shape;318;p5"/>
          <p:cNvGrpSpPr/>
          <p:nvPr/>
        </p:nvGrpSpPr>
        <p:grpSpPr>
          <a:xfrm>
            <a:off x="707702" y="3672466"/>
            <a:ext cx="6465410" cy="2334634"/>
            <a:chOff x="879098" y="3672466"/>
            <a:chExt cx="5844773" cy="2334634"/>
          </a:xfrm>
        </p:grpSpPr>
        <p:sp>
          <p:nvSpPr>
            <p:cNvPr id="319" name="Google Shape;319;p5"/>
            <p:cNvSpPr/>
            <p:nvPr/>
          </p:nvSpPr>
          <p:spPr>
            <a:xfrm>
              <a:off x="952500" y="3774444"/>
              <a:ext cx="5771371" cy="2232656"/>
            </a:xfrm>
            <a:prstGeom prst="roundRect">
              <a:avLst>
                <a:gd fmla="val 4987"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320" name="Google Shape;320;p5"/>
            <p:cNvSpPr/>
            <p:nvPr/>
          </p:nvSpPr>
          <p:spPr>
            <a:xfrm>
              <a:off x="879098" y="3672466"/>
              <a:ext cx="5771371" cy="2232656"/>
            </a:xfrm>
            <a:prstGeom prst="roundRect">
              <a:avLst>
                <a:gd fmla="val 4987"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321" name="Google Shape;321;p5"/>
          <p:cNvSpPr/>
          <p:nvPr/>
        </p:nvSpPr>
        <p:spPr>
          <a:xfrm>
            <a:off x="890288" y="4084813"/>
            <a:ext cx="256031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Poppins"/>
                <a:ea typeface="Poppins"/>
                <a:cs typeface="Poppins"/>
                <a:sym typeface="Poppins"/>
              </a:rPr>
              <a:t>Enhanced Security</a:t>
            </a:r>
            <a:endParaRPr b="0" i="0" sz="1400" u="none" cap="none" strike="noStrike">
              <a:solidFill>
                <a:srgbClr val="000000"/>
              </a:solidFill>
              <a:latin typeface="Arial"/>
              <a:ea typeface="Arial"/>
              <a:cs typeface="Arial"/>
              <a:sym typeface="Arial"/>
            </a:endParaRPr>
          </a:p>
        </p:txBody>
      </p:sp>
      <p:sp>
        <p:nvSpPr>
          <p:cNvPr id="322" name="Google Shape;322;p5"/>
          <p:cNvSpPr/>
          <p:nvPr/>
        </p:nvSpPr>
        <p:spPr>
          <a:xfrm>
            <a:off x="890289" y="4557997"/>
            <a:ext cx="2716913" cy="89716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lt1"/>
                </a:solidFill>
                <a:latin typeface="Poppins"/>
                <a:ea typeface="Poppins"/>
                <a:cs typeface="Poppins"/>
                <a:sym typeface="Poppins"/>
              </a:rPr>
              <a:t>When she reached the first hills of the Italic Mountains, she had a last view back.</a:t>
            </a:r>
            <a:endParaRPr b="0" i="0" sz="1400" u="none" cap="none" strike="noStrike">
              <a:solidFill>
                <a:srgbClr val="000000"/>
              </a:solidFill>
              <a:latin typeface="Arial"/>
              <a:ea typeface="Arial"/>
              <a:cs typeface="Arial"/>
              <a:sym typeface="Arial"/>
            </a:endParaRPr>
          </a:p>
        </p:txBody>
      </p:sp>
      <p:sp>
        <p:nvSpPr>
          <p:cNvPr id="323" name="Google Shape;323;p5"/>
          <p:cNvSpPr/>
          <p:nvPr/>
        </p:nvSpPr>
        <p:spPr>
          <a:xfrm>
            <a:off x="3927707" y="4084813"/>
            <a:ext cx="265970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Poppins"/>
                <a:ea typeface="Poppins"/>
                <a:cs typeface="Poppins"/>
                <a:sym typeface="Poppins"/>
              </a:rPr>
              <a:t>Global Accessibility</a:t>
            </a:r>
            <a:endParaRPr b="0" i="0" sz="1400" u="none" cap="none" strike="noStrike">
              <a:solidFill>
                <a:srgbClr val="000000"/>
              </a:solidFill>
              <a:latin typeface="Arial"/>
              <a:ea typeface="Arial"/>
              <a:cs typeface="Arial"/>
              <a:sym typeface="Arial"/>
            </a:endParaRPr>
          </a:p>
        </p:txBody>
      </p:sp>
      <p:sp>
        <p:nvSpPr>
          <p:cNvPr id="324" name="Google Shape;324;p5"/>
          <p:cNvSpPr/>
          <p:nvPr/>
        </p:nvSpPr>
        <p:spPr>
          <a:xfrm>
            <a:off x="3927708" y="4557997"/>
            <a:ext cx="2716913" cy="89716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lt1"/>
                </a:solidFill>
                <a:latin typeface="Poppins"/>
                <a:ea typeface="Poppins"/>
                <a:cs typeface="Poppins"/>
                <a:sym typeface="Poppins"/>
              </a:rPr>
              <a:t>When she reached the first hills of the Italic Mountains, she had a last view back.</a:t>
            </a:r>
            <a:endParaRPr b="0" i="0" sz="1400" u="none" cap="none" strike="noStrike">
              <a:solidFill>
                <a:srgbClr val="000000"/>
              </a:solidFill>
              <a:latin typeface="Arial"/>
              <a:ea typeface="Arial"/>
              <a:cs typeface="Arial"/>
              <a:sym typeface="Arial"/>
            </a:endParaRPr>
          </a:p>
        </p:txBody>
      </p:sp>
      <p:sp>
        <p:nvSpPr>
          <p:cNvPr id="325" name="Google Shape;325;p5"/>
          <p:cNvSpPr/>
          <p:nvPr>
            <p:ph idx="2" type="pic"/>
          </p:nvPr>
        </p:nvSpPr>
        <p:spPr>
          <a:xfrm>
            <a:off x="7856311" y="3649980"/>
            <a:ext cx="3430814" cy="2352221"/>
          </a:xfrm>
          <a:prstGeom prst="roundRect">
            <a:avLst>
              <a:gd fmla="val 4111" name="adj"/>
            </a:avLst>
          </a:prstGeom>
          <a:solidFill>
            <a:schemeClr val="lt1"/>
          </a:solid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6"/>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331" name="Google Shape;331;p6"/>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332" name="Google Shape;332;p6"/>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333" name="Google Shape;333;p6"/>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334" name="Google Shape;334;p6"/>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335" name="Google Shape;335;p6"/>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336" name="Google Shape;336;p6"/>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337" name="Google Shape;337;p6"/>
          <p:cNvGrpSpPr/>
          <p:nvPr/>
        </p:nvGrpSpPr>
        <p:grpSpPr>
          <a:xfrm>
            <a:off x="6997702" y="669152"/>
            <a:ext cx="95248" cy="68286"/>
            <a:chOff x="3790" y="2022"/>
            <a:chExt cx="282" cy="150"/>
          </a:xfrm>
        </p:grpSpPr>
        <p:cxnSp>
          <p:nvCxnSpPr>
            <p:cNvPr id="338" name="Google Shape;338;p6"/>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339" name="Google Shape;339;p6"/>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340" name="Google Shape;340;p6"/>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341" name="Google Shape;341;p6"/>
          <p:cNvSpPr txBox="1"/>
          <p:nvPr/>
        </p:nvSpPr>
        <p:spPr>
          <a:xfrm>
            <a:off x="6774724" y="1350734"/>
            <a:ext cx="4583386" cy="144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Poppins Medium"/>
                <a:ea typeface="Poppins Medium"/>
                <a:cs typeface="Poppins Medium"/>
                <a:sym typeface="Poppins Medium"/>
              </a:rPr>
              <a:t>At the Core of Our Innovation.</a:t>
            </a:r>
            <a:endParaRPr b="0" i="0" sz="1400" u="none" cap="none" strike="noStrike">
              <a:solidFill>
                <a:srgbClr val="000000"/>
              </a:solidFill>
              <a:latin typeface="Arial"/>
              <a:ea typeface="Arial"/>
              <a:cs typeface="Arial"/>
              <a:sym typeface="Arial"/>
            </a:endParaRPr>
          </a:p>
        </p:txBody>
      </p:sp>
      <p:grpSp>
        <p:nvGrpSpPr>
          <p:cNvPr id="342" name="Google Shape;342;p6"/>
          <p:cNvGrpSpPr/>
          <p:nvPr/>
        </p:nvGrpSpPr>
        <p:grpSpPr>
          <a:xfrm>
            <a:off x="954774" y="2641533"/>
            <a:ext cx="1981462" cy="979178"/>
            <a:chOff x="751369" y="3051817"/>
            <a:chExt cx="2151052" cy="1062984"/>
          </a:xfrm>
        </p:grpSpPr>
        <p:sp>
          <p:nvSpPr>
            <p:cNvPr id="343" name="Google Shape;343;p6"/>
            <p:cNvSpPr/>
            <p:nvPr/>
          </p:nvSpPr>
          <p:spPr>
            <a:xfrm>
              <a:off x="803861" y="3114041"/>
              <a:ext cx="2098560" cy="1000760"/>
            </a:xfrm>
            <a:prstGeom prst="roundRect">
              <a:avLst>
                <a:gd fmla="val 651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344" name="Google Shape;344;p6"/>
            <p:cNvSpPr/>
            <p:nvPr/>
          </p:nvSpPr>
          <p:spPr>
            <a:xfrm>
              <a:off x="751369" y="3051817"/>
              <a:ext cx="2098560" cy="1000760"/>
            </a:xfrm>
            <a:prstGeom prst="roundRect">
              <a:avLst>
                <a:gd fmla="val 651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345" name="Google Shape;345;p6"/>
          <p:cNvSpPr txBox="1"/>
          <p:nvPr/>
        </p:nvSpPr>
        <p:spPr>
          <a:xfrm>
            <a:off x="1458236" y="2801558"/>
            <a:ext cx="92204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Medium"/>
                <a:ea typeface="Poppins Medium"/>
                <a:cs typeface="Poppins Medium"/>
                <a:sym typeface="Poppins Medium"/>
              </a:rPr>
              <a:t>87.5%</a:t>
            </a:r>
            <a:endParaRPr b="0" i="0" sz="1400" u="none" cap="none" strike="noStrike">
              <a:solidFill>
                <a:srgbClr val="000000"/>
              </a:solidFill>
              <a:latin typeface="Arial"/>
              <a:ea typeface="Arial"/>
              <a:cs typeface="Arial"/>
              <a:sym typeface="Arial"/>
            </a:endParaRPr>
          </a:p>
        </p:txBody>
      </p:sp>
      <p:sp>
        <p:nvSpPr>
          <p:cNvPr id="346" name="Google Shape;346;p6"/>
          <p:cNvSpPr txBox="1"/>
          <p:nvPr/>
        </p:nvSpPr>
        <p:spPr>
          <a:xfrm>
            <a:off x="1071110" y="3167390"/>
            <a:ext cx="1696298"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Uptime Guaranteeing</a:t>
            </a:r>
            <a:endParaRPr b="0" i="0" sz="1100" u="none" cap="none" strike="noStrike">
              <a:solidFill>
                <a:schemeClr val="dk1"/>
              </a:solidFill>
              <a:latin typeface="Poppins"/>
              <a:ea typeface="Poppins"/>
              <a:cs typeface="Poppins"/>
              <a:sym typeface="Poppins"/>
            </a:endParaRPr>
          </a:p>
        </p:txBody>
      </p:sp>
      <p:grpSp>
        <p:nvGrpSpPr>
          <p:cNvPr id="347" name="Google Shape;347;p6"/>
          <p:cNvGrpSpPr/>
          <p:nvPr/>
        </p:nvGrpSpPr>
        <p:grpSpPr>
          <a:xfrm>
            <a:off x="954774" y="3794831"/>
            <a:ext cx="1981462" cy="2426832"/>
            <a:chOff x="751369" y="3051817"/>
            <a:chExt cx="2151052" cy="1062984"/>
          </a:xfrm>
        </p:grpSpPr>
        <p:sp>
          <p:nvSpPr>
            <p:cNvPr id="348" name="Google Shape;348;p6"/>
            <p:cNvSpPr/>
            <p:nvPr/>
          </p:nvSpPr>
          <p:spPr>
            <a:xfrm>
              <a:off x="803861" y="3114041"/>
              <a:ext cx="2098560" cy="1000760"/>
            </a:xfrm>
            <a:prstGeom prst="roundRect">
              <a:avLst>
                <a:gd fmla="val 651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349" name="Google Shape;349;p6"/>
            <p:cNvSpPr/>
            <p:nvPr/>
          </p:nvSpPr>
          <p:spPr>
            <a:xfrm>
              <a:off x="751369" y="3051817"/>
              <a:ext cx="2098559" cy="1035203"/>
            </a:xfrm>
            <a:prstGeom prst="roundRect">
              <a:avLst>
                <a:gd fmla="val 651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grpSp>
        <p:nvGrpSpPr>
          <p:cNvPr id="350" name="Google Shape;350;p6"/>
          <p:cNvGrpSpPr/>
          <p:nvPr/>
        </p:nvGrpSpPr>
        <p:grpSpPr>
          <a:xfrm>
            <a:off x="3397602" y="2641533"/>
            <a:ext cx="2915756" cy="3580130"/>
            <a:chOff x="751369" y="3051817"/>
            <a:chExt cx="2151052" cy="1062984"/>
          </a:xfrm>
        </p:grpSpPr>
        <p:sp>
          <p:nvSpPr>
            <p:cNvPr id="351" name="Google Shape;351;p6"/>
            <p:cNvSpPr/>
            <p:nvPr/>
          </p:nvSpPr>
          <p:spPr>
            <a:xfrm>
              <a:off x="803861" y="3114041"/>
              <a:ext cx="2098560" cy="1000760"/>
            </a:xfrm>
            <a:prstGeom prst="roundRect">
              <a:avLst>
                <a:gd fmla="val 651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352" name="Google Shape;352;p6"/>
            <p:cNvSpPr/>
            <p:nvPr/>
          </p:nvSpPr>
          <p:spPr>
            <a:xfrm>
              <a:off x="751369" y="3051817"/>
              <a:ext cx="2098560" cy="1044152"/>
            </a:xfrm>
            <a:prstGeom prst="roundRect">
              <a:avLst>
                <a:gd fmla="val 651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353" name="Google Shape;353;p6"/>
          <p:cNvSpPr txBox="1"/>
          <p:nvPr/>
        </p:nvSpPr>
        <p:spPr>
          <a:xfrm>
            <a:off x="1552081" y="4564380"/>
            <a:ext cx="6960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Poppins Medium"/>
                <a:ea typeface="Poppins Medium"/>
                <a:cs typeface="Poppins Medium"/>
                <a:sym typeface="Poppins Medium"/>
              </a:rPr>
              <a:t>87%</a:t>
            </a:r>
            <a:endParaRPr b="0" i="0" sz="1400" u="none" cap="none" strike="noStrike">
              <a:solidFill>
                <a:srgbClr val="000000"/>
              </a:solidFill>
              <a:latin typeface="Arial"/>
              <a:ea typeface="Arial"/>
              <a:cs typeface="Arial"/>
              <a:sym typeface="Arial"/>
            </a:endParaRPr>
          </a:p>
        </p:txBody>
      </p:sp>
      <p:sp>
        <p:nvSpPr>
          <p:cNvPr id="354" name="Google Shape;354;p6"/>
          <p:cNvSpPr txBox="1"/>
          <p:nvPr/>
        </p:nvSpPr>
        <p:spPr>
          <a:xfrm>
            <a:off x="1121463" y="5647900"/>
            <a:ext cx="1515158"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Our Great Progress</a:t>
            </a:r>
            <a:endParaRPr b="0" i="0" sz="1100" u="none" cap="none" strike="noStrike">
              <a:solidFill>
                <a:schemeClr val="lt1"/>
              </a:solidFill>
              <a:latin typeface="Poppins"/>
              <a:ea typeface="Poppins"/>
              <a:cs typeface="Poppins"/>
              <a:sym typeface="Poppins"/>
            </a:endParaRPr>
          </a:p>
        </p:txBody>
      </p:sp>
      <p:sp>
        <p:nvSpPr>
          <p:cNvPr id="355" name="Google Shape;355;p6"/>
          <p:cNvSpPr/>
          <p:nvPr/>
        </p:nvSpPr>
        <p:spPr>
          <a:xfrm>
            <a:off x="3617147" y="3049210"/>
            <a:ext cx="209856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Poppins"/>
                <a:ea typeface="Poppins"/>
                <a:cs typeface="Poppins"/>
                <a:sym typeface="Poppins"/>
              </a:rPr>
              <a:t>User-Centered Design</a:t>
            </a:r>
            <a:endParaRPr b="0" i="0" sz="1400" u="none" cap="none" strike="noStrike">
              <a:solidFill>
                <a:srgbClr val="000000"/>
              </a:solidFill>
              <a:latin typeface="Arial"/>
              <a:ea typeface="Arial"/>
              <a:cs typeface="Arial"/>
              <a:sym typeface="Arial"/>
            </a:endParaRPr>
          </a:p>
        </p:txBody>
      </p:sp>
      <p:sp>
        <p:nvSpPr>
          <p:cNvPr id="356" name="Google Shape;356;p6"/>
          <p:cNvSpPr/>
          <p:nvPr/>
        </p:nvSpPr>
        <p:spPr>
          <a:xfrm>
            <a:off x="3621819" y="3946203"/>
            <a:ext cx="2342499" cy="89716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lt1"/>
                </a:solidFill>
                <a:latin typeface="Poppins"/>
                <a:ea typeface="Poppins"/>
                <a:cs typeface="Poppins"/>
                <a:sym typeface="Poppins"/>
              </a:rPr>
              <a:t>When she reached the first hills of the Italic Mountains, she had a last view back.</a:t>
            </a:r>
            <a:endParaRPr b="0" i="0" sz="1400" u="none" cap="none" strike="noStrike">
              <a:solidFill>
                <a:srgbClr val="000000"/>
              </a:solidFill>
              <a:latin typeface="Arial"/>
              <a:ea typeface="Arial"/>
              <a:cs typeface="Arial"/>
              <a:sym typeface="Arial"/>
            </a:endParaRPr>
          </a:p>
        </p:txBody>
      </p:sp>
      <p:sp>
        <p:nvSpPr>
          <p:cNvPr id="357" name="Google Shape;357;p6"/>
          <p:cNvSpPr/>
          <p:nvPr/>
        </p:nvSpPr>
        <p:spPr>
          <a:xfrm>
            <a:off x="6774724" y="3471026"/>
            <a:ext cx="306205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Scalable Technologies</a:t>
            </a:r>
            <a:endParaRPr b="0" i="0" sz="1400" u="none" cap="none" strike="noStrike">
              <a:solidFill>
                <a:srgbClr val="000000"/>
              </a:solidFill>
              <a:latin typeface="Arial"/>
              <a:ea typeface="Arial"/>
              <a:cs typeface="Arial"/>
              <a:sym typeface="Arial"/>
            </a:endParaRPr>
          </a:p>
        </p:txBody>
      </p:sp>
      <p:sp>
        <p:nvSpPr>
          <p:cNvPr id="358" name="Google Shape;358;p6"/>
          <p:cNvSpPr/>
          <p:nvPr/>
        </p:nvSpPr>
        <p:spPr>
          <a:xfrm>
            <a:off x="6774724" y="3944210"/>
            <a:ext cx="3422310"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 Mountains, she had a last view back.</a:t>
            </a:r>
            <a:endParaRPr b="0" i="0" sz="1400" u="none" cap="none" strike="noStrike">
              <a:solidFill>
                <a:srgbClr val="000000"/>
              </a:solidFill>
              <a:latin typeface="Arial"/>
              <a:ea typeface="Arial"/>
              <a:cs typeface="Arial"/>
              <a:sym typeface="Arial"/>
            </a:endParaRPr>
          </a:p>
        </p:txBody>
      </p:sp>
      <p:sp>
        <p:nvSpPr>
          <p:cNvPr id="359" name="Google Shape;359;p6"/>
          <p:cNvSpPr/>
          <p:nvPr/>
        </p:nvSpPr>
        <p:spPr>
          <a:xfrm>
            <a:off x="6774724" y="4831702"/>
            <a:ext cx="2683748"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Sustainable Impact</a:t>
            </a:r>
            <a:endParaRPr b="0" i="0" sz="1400" u="none" cap="none" strike="noStrike">
              <a:solidFill>
                <a:srgbClr val="000000"/>
              </a:solidFill>
              <a:latin typeface="Arial"/>
              <a:ea typeface="Arial"/>
              <a:cs typeface="Arial"/>
              <a:sym typeface="Arial"/>
            </a:endParaRPr>
          </a:p>
        </p:txBody>
      </p:sp>
      <p:sp>
        <p:nvSpPr>
          <p:cNvPr id="360" name="Google Shape;360;p6"/>
          <p:cNvSpPr/>
          <p:nvPr/>
        </p:nvSpPr>
        <p:spPr>
          <a:xfrm>
            <a:off x="6774724" y="5304886"/>
            <a:ext cx="3422310"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 Mountains, she had a last view back.</a:t>
            </a:r>
            <a:endParaRPr b="0" i="0" sz="1400" u="none" cap="none" strike="noStrike">
              <a:solidFill>
                <a:srgbClr val="000000"/>
              </a:solidFill>
              <a:latin typeface="Arial"/>
              <a:ea typeface="Arial"/>
              <a:cs typeface="Arial"/>
              <a:sym typeface="Arial"/>
            </a:endParaRPr>
          </a:p>
        </p:txBody>
      </p:sp>
      <p:sp>
        <p:nvSpPr>
          <p:cNvPr id="361" name="Google Shape;361;p6"/>
          <p:cNvSpPr txBox="1"/>
          <p:nvPr/>
        </p:nvSpPr>
        <p:spPr>
          <a:xfrm>
            <a:off x="3621819" y="5297614"/>
            <a:ext cx="69442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Poppins Medium"/>
                <a:ea typeface="Poppins Medium"/>
                <a:cs typeface="Poppins Medium"/>
                <a:sym typeface="Poppins Medium"/>
              </a:rPr>
              <a:t>112+</a:t>
            </a:r>
            <a:endParaRPr b="0" i="0" sz="1400" u="none" cap="none" strike="noStrike">
              <a:solidFill>
                <a:srgbClr val="000000"/>
              </a:solidFill>
              <a:latin typeface="Arial"/>
              <a:ea typeface="Arial"/>
              <a:cs typeface="Arial"/>
              <a:sym typeface="Arial"/>
            </a:endParaRPr>
          </a:p>
        </p:txBody>
      </p:sp>
      <p:sp>
        <p:nvSpPr>
          <p:cNvPr id="362" name="Google Shape;362;p6"/>
          <p:cNvSpPr txBox="1"/>
          <p:nvPr/>
        </p:nvSpPr>
        <p:spPr>
          <a:xfrm>
            <a:off x="3621819" y="5663446"/>
            <a:ext cx="1066318"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Users Happy</a:t>
            </a:r>
            <a:endParaRPr b="0" i="0" sz="1400" u="none" cap="none" strike="noStrike">
              <a:solidFill>
                <a:srgbClr val="000000"/>
              </a:solidFill>
              <a:latin typeface="Arial"/>
              <a:ea typeface="Arial"/>
              <a:cs typeface="Arial"/>
              <a:sym typeface="Arial"/>
            </a:endParaRPr>
          </a:p>
        </p:txBody>
      </p:sp>
      <p:grpSp>
        <p:nvGrpSpPr>
          <p:cNvPr id="363" name="Google Shape;363;p6"/>
          <p:cNvGrpSpPr/>
          <p:nvPr/>
        </p:nvGrpSpPr>
        <p:grpSpPr>
          <a:xfrm flipH="1" rot="2700000">
            <a:off x="5530887" y="5387708"/>
            <a:ext cx="451926" cy="451926"/>
            <a:chOff x="7501761" y="2843213"/>
            <a:chExt cx="230981" cy="230981"/>
          </a:xfrm>
        </p:grpSpPr>
        <p:sp>
          <p:nvSpPr>
            <p:cNvPr id="364" name="Google Shape;364;p6"/>
            <p:cNvSpPr/>
            <p:nvPr/>
          </p:nvSpPr>
          <p:spPr>
            <a:xfrm>
              <a:off x="7501761" y="2843213"/>
              <a:ext cx="230981" cy="230981"/>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nvGrpSpPr>
            <p:cNvPr id="365" name="Google Shape;365;p6"/>
            <p:cNvGrpSpPr/>
            <p:nvPr/>
          </p:nvGrpSpPr>
          <p:grpSpPr>
            <a:xfrm>
              <a:off x="7543065" y="2922656"/>
              <a:ext cx="143611" cy="81484"/>
              <a:chOff x="3604" y="2032"/>
              <a:chExt cx="460" cy="261"/>
            </a:xfrm>
          </p:grpSpPr>
          <p:sp>
            <p:nvSpPr>
              <p:cNvPr id="366" name="Google Shape;366;p6"/>
              <p:cNvSpPr/>
              <p:nvPr/>
            </p:nvSpPr>
            <p:spPr>
              <a:xfrm>
                <a:off x="3937" y="2032"/>
                <a:ext cx="127" cy="261"/>
              </a:xfrm>
              <a:custGeom>
                <a:rect b="b" l="l" r="r" t="t"/>
                <a:pathLst>
                  <a:path extrusionOk="0" h="261" w="127">
                    <a:moveTo>
                      <a:pt x="0" y="0"/>
                    </a:moveTo>
                    <a:lnTo>
                      <a:pt x="127" y="129"/>
                    </a:lnTo>
                    <a:lnTo>
                      <a:pt x="0" y="261"/>
                    </a:lnTo>
                  </a:path>
                </a:pathLst>
              </a:custGeom>
              <a:noFill/>
              <a:ln cap="flat" cmpd="sng" w="9525">
                <a:solidFill>
                  <a:srgbClr val="110F39"/>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cxnSp>
            <p:nvCxnSpPr>
              <p:cNvPr id="367" name="Google Shape;367;p6"/>
              <p:cNvCxnSpPr/>
              <p:nvPr/>
            </p:nvCxnSpPr>
            <p:spPr>
              <a:xfrm rot="10800000">
                <a:off x="3604" y="2161"/>
                <a:ext cx="460" cy="0"/>
              </a:xfrm>
              <a:prstGeom prst="straightConnector1">
                <a:avLst/>
              </a:prstGeom>
              <a:noFill/>
              <a:ln cap="flat" cmpd="sng" w="9525">
                <a:solidFill>
                  <a:srgbClr val="110F39"/>
                </a:solidFill>
                <a:prstDash val="solid"/>
                <a:miter lim="800000"/>
                <a:headEnd len="sm" w="sm" type="none"/>
                <a:tailEnd len="sm" w="sm" type="none"/>
              </a:ln>
            </p:spPr>
          </p:cxnSp>
        </p:grpSp>
      </p:grpSp>
      <p:sp>
        <p:nvSpPr>
          <p:cNvPr id="368" name="Google Shape;368;p6"/>
          <p:cNvSpPr/>
          <p:nvPr/>
        </p:nvSpPr>
        <p:spPr>
          <a:xfrm>
            <a:off x="3107082" y="1740930"/>
            <a:ext cx="3206276" cy="583810"/>
          </a:xfrm>
          <a:custGeom>
            <a:rect b="b" l="l" r="r" t="t"/>
            <a:pathLst>
              <a:path extrusionOk="0" h="135350" w="773810">
                <a:moveTo>
                  <a:pt x="93" y="134629"/>
                </a:moveTo>
                <a:lnTo>
                  <a:pt x="93" y="26425"/>
                </a:lnTo>
                <a:cubicBezTo>
                  <a:pt x="146" y="11413"/>
                  <a:pt x="12327" y="-722"/>
                  <a:pt x="27335" y="-722"/>
                </a:cubicBezTo>
                <a:lnTo>
                  <a:pt x="773905" y="-722"/>
                </a:lnTo>
              </a:path>
            </a:pathLst>
          </a:custGeom>
          <a:no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9" name="Google Shape;369;p6"/>
          <p:cNvSpPr/>
          <p:nvPr/>
        </p:nvSpPr>
        <p:spPr>
          <a:xfrm>
            <a:off x="6255017" y="1675025"/>
            <a:ext cx="116681" cy="116681"/>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nvGrpSpPr>
          <p:cNvPr id="370" name="Google Shape;370;p6"/>
          <p:cNvGrpSpPr/>
          <p:nvPr/>
        </p:nvGrpSpPr>
        <p:grpSpPr>
          <a:xfrm>
            <a:off x="1554461" y="1725799"/>
            <a:ext cx="4758897" cy="605918"/>
            <a:chOff x="1554461" y="1725799"/>
            <a:chExt cx="4758897" cy="605918"/>
          </a:xfrm>
        </p:grpSpPr>
        <p:sp>
          <p:nvSpPr>
            <p:cNvPr id="371" name="Google Shape;371;p6"/>
            <p:cNvSpPr/>
            <p:nvPr/>
          </p:nvSpPr>
          <p:spPr>
            <a:xfrm>
              <a:off x="3028148" y="1725799"/>
              <a:ext cx="3285210" cy="598941"/>
            </a:xfrm>
            <a:custGeom>
              <a:rect b="b" l="l" r="r" t="t"/>
              <a:pathLst>
                <a:path extrusionOk="0" h="138858" w="792860">
                  <a:moveTo>
                    <a:pt x="93" y="138136"/>
                  </a:moveTo>
                  <a:cubicBezTo>
                    <a:pt x="7791" y="120324"/>
                    <a:pt x="12520" y="101370"/>
                    <a:pt x="14095" y="82034"/>
                  </a:cubicBezTo>
                  <a:cubicBezTo>
                    <a:pt x="16286" y="62984"/>
                    <a:pt x="14857" y="45172"/>
                    <a:pt x="15905" y="25455"/>
                  </a:cubicBezTo>
                  <a:cubicBezTo>
                    <a:pt x="17598" y="14711"/>
                    <a:pt x="24841" y="5653"/>
                    <a:pt x="34955" y="1643"/>
                  </a:cubicBezTo>
                  <a:cubicBezTo>
                    <a:pt x="39745" y="-205"/>
                    <a:pt x="44881" y="-986"/>
                    <a:pt x="50004" y="-643"/>
                  </a:cubicBezTo>
                  <a:lnTo>
                    <a:pt x="64006" y="-643"/>
                  </a:lnTo>
                  <a:lnTo>
                    <a:pt x="120108" y="-643"/>
                  </a:lnTo>
                  <a:lnTo>
                    <a:pt x="344327" y="500"/>
                  </a:lnTo>
                  <a:lnTo>
                    <a:pt x="568546" y="500"/>
                  </a:lnTo>
                  <a:lnTo>
                    <a:pt x="792955" y="-643"/>
                  </a:lnTo>
                  <a:lnTo>
                    <a:pt x="792955" y="5929"/>
                  </a:lnTo>
                  <a:lnTo>
                    <a:pt x="568546" y="4786"/>
                  </a:lnTo>
                  <a:lnTo>
                    <a:pt x="344327" y="4786"/>
                  </a:lnTo>
                  <a:lnTo>
                    <a:pt x="119918" y="5738"/>
                  </a:lnTo>
                  <a:lnTo>
                    <a:pt x="63816" y="5738"/>
                  </a:lnTo>
                  <a:lnTo>
                    <a:pt x="49814" y="5738"/>
                  </a:lnTo>
                  <a:cubicBezTo>
                    <a:pt x="45596" y="5453"/>
                    <a:pt x="41367" y="6101"/>
                    <a:pt x="37431" y="7644"/>
                  </a:cubicBezTo>
                  <a:cubicBezTo>
                    <a:pt x="29768" y="10882"/>
                    <a:pt x="24351" y="17892"/>
                    <a:pt x="23144" y="26122"/>
                  </a:cubicBezTo>
                  <a:cubicBezTo>
                    <a:pt x="22668" y="29837"/>
                    <a:pt x="23144" y="35076"/>
                    <a:pt x="23144" y="39647"/>
                  </a:cubicBezTo>
                  <a:lnTo>
                    <a:pt x="23144" y="53649"/>
                  </a:lnTo>
                  <a:cubicBezTo>
                    <a:pt x="23065" y="63003"/>
                    <a:pt x="23511" y="72347"/>
                    <a:pt x="24477" y="81653"/>
                  </a:cubicBezTo>
                  <a:cubicBezTo>
                    <a:pt x="26064" y="100979"/>
                    <a:pt x="30760" y="119924"/>
                    <a:pt x="38384" y="13775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cxnSp>
          <p:nvCxnSpPr>
            <p:cNvPr id="372" name="Google Shape;372;p6"/>
            <p:cNvCxnSpPr/>
            <p:nvPr/>
          </p:nvCxnSpPr>
          <p:spPr>
            <a:xfrm>
              <a:off x="1554461" y="2331717"/>
              <a:ext cx="3105639" cy="0"/>
            </a:xfrm>
            <a:prstGeom prst="straightConnector1">
              <a:avLst/>
            </a:prstGeom>
            <a:noFill/>
            <a:ln cap="flat" cmpd="sng" w="19050">
              <a:solidFill>
                <a:schemeClr val="accent3"/>
              </a:solidFill>
              <a:prstDash val="solid"/>
              <a:miter lim="800000"/>
              <a:headEnd len="sm" w="sm" type="none"/>
              <a:tailEnd len="sm" w="sm" type="none"/>
            </a:ln>
          </p:spPr>
        </p:cxnSp>
      </p:grpSp>
      <p:sp>
        <p:nvSpPr>
          <p:cNvPr id="373" name="Google Shape;373;p6"/>
          <p:cNvSpPr/>
          <p:nvPr/>
        </p:nvSpPr>
        <p:spPr>
          <a:xfrm>
            <a:off x="1309075" y="4186663"/>
            <a:ext cx="1182000" cy="1182000"/>
          </a:xfrm>
          <a:prstGeom prst="blockArc">
            <a:avLst>
              <a:gd fmla="val 16181948" name="adj1"/>
              <a:gd fmla="val 11669491" name="adj2"/>
              <a:gd fmla="val 11910" name="adj3"/>
            </a:avLst>
          </a:prstGeom>
          <a:solidFill>
            <a:schemeClr val="accen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6"/>
          <p:cNvSpPr/>
          <p:nvPr/>
        </p:nvSpPr>
        <p:spPr>
          <a:xfrm>
            <a:off x="1309075" y="4186675"/>
            <a:ext cx="1182000" cy="1182000"/>
          </a:xfrm>
          <a:prstGeom prst="blockArc">
            <a:avLst>
              <a:gd fmla="val 11618230" name="adj1"/>
              <a:gd fmla="val 16184094" name="adj2"/>
              <a:gd fmla="val 11601" name="adj3"/>
            </a:avLst>
          </a:prstGeom>
          <a:solidFill>
            <a:schemeClr val="accen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7"/>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380" name="Google Shape;380;p7"/>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381" name="Google Shape;381;p7"/>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382" name="Google Shape;382;p7"/>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383" name="Google Shape;383;p7"/>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384" name="Google Shape;384;p7"/>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385" name="Google Shape;385;p7"/>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386" name="Google Shape;386;p7"/>
          <p:cNvGrpSpPr/>
          <p:nvPr/>
        </p:nvGrpSpPr>
        <p:grpSpPr>
          <a:xfrm>
            <a:off x="6997702" y="669152"/>
            <a:ext cx="95248" cy="68286"/>
            <a:chOff x="3790" y="2022"/>
            <a:chExt cx="282" cy="150"/>
          </a:xfrm>
        </p:grpSpPr>
        <p:cxnSp>
          <p:nvCxnSpPr>
            <p:cNvPr id="387" name="Google Shape;387;p7"/>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388" name="Google Shape;388;p7"/>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389" name="Google Shape;389;p7"/>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390" name="Google Shape;390;p7"/>
          <p:cNvSpPr txBox="1"/>
          <p:nvPr/>
        </p:nvSpPr>
        <p:spPr>
          <a:xfrm>
            <a:off x="815278" y="1354477"/>
            <a:ext cx="5064512"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Poppins Medium"/>
                <a:ea typeface="Poppins Medium"/>
                <a:cs typeface="Poppins Medium"/>
                <a:sym typeface="Poppins Medium"/>
              </a:rPr>
              <a:t>Pricing Strategy.</a:t>
            </a:r>
            <a:endParaRPr b="0" i="0" sz="1400" u="none" cap="none" strike="noStrike">
              <a:solidFill>
                <a:srgbClr val="000000"/>
              </a:solidFill>
              <a:latin typeface="Arial"/>
              <a:ea typeface="Arial"/>
              <a:cs typeface="Arial"/>
              <a:sym typeface="Arial"/>
            </a:endParaRPr>
          </a:p>
        </p:txBody>
      </p:sp>
      <p:sp>
        <p:nvSpPr>
          <p:cNvPr id="391" name="Google Shape;391;p7"/>
          <p:cNvSpPr/>
          <p:nvPr/>
        </p:nvSpPr>
        <p:spPr>
          <a:xfrm>
            <a:off x="1047853" y="3185500"/>
            <a:ext cx="148470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Basic Plan</a:t>
            </a:r>
            <a:endParaRPr b="0" i="0" sz="2000" u="none" cap="none" strike="noStrike">
              <a:solidFill>
                <a:schemeClr val="dk1"/>
              </a:solidFill>
              <a:latin typeface="Poppins"/>
              <a:ea typeface="Poppins"/>
              <a:cs typeface="Poppins"/>
              <a:sym typeface="Poppins"/>
            </a:endParaRPr>
          </a:p>
        </p:txBody>
      </p:sp>
      <p:sp>
        <p:nvSpPr>
          <p:cNvPr id="392" name="Google Shape;392;p7"/>
          <p:cNvSpPr/>
          <p:nvPr/>
        </p:nvSpPr>
        <p:spPr>
          <a:xfrm>
            <a:off x="1047853" y="3585610"/>
            <a:ext cx="1021989" cy="67762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800"/>
              <a:buFont typeface="Arial"/>
              <a:buNone/>
            </a:pPr>
            <a:r>
              <a:rPr b="0" i="0" lang="en-US" sz="2800" u="none" cap="none" strike="noStrike">
                <a:solidFill>
                  <a:schemeClr val="dk1"/>
                </a:solidFill>
                <a:latin typeface="Poppins Medium"/>
                <a:ea typeface="Poppins Medium"/>
                <a:cs typeface="Poppins Medium"/>
                <a:sym typeface="Poppins Medium"/>
              </a:rPr>
              <a:t>$65</a:t>
            </a:r>
            <a:endParaRPr b="0" i="0" sz="1400" u="none" cap="none" strike="noStrike">
              <a:solidFill>
                <a:srgbClr val="000000"/>
              </a:solidFill>
              <a:latin typeface="Arial"/>
              <a:ea typeface="Arial"/>
              <a:cs typeface="Arial"/>
              <a:sym typeface="Arial"/>
            </a:endParaRPr>
          </a:p>
        </p:txBody>
      </p:sp>
      <p:sp>
        <p:nvSpPr>
          <p:cNvPr id="393" name="Google Shape;393;p7"/>
          <p:cNvSpPr/>
          <p:nvPr/>
        </p:nvSpPr>
        <p:spPr>
          <a:xfrm>
            <a:off x="1838248" y="3835735"/>
            <a:ext cx="761608" cy="34317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/Month</a:t>
            </a:r>
            <a:endParaRPr b="0" i="0" sz="1400" u="none" cap="none" strike="noStrike">
              <a:solidFill>
                <a:srgbClr val="000000"/>
              </a:solidFill>
              <a:latin typeface="Arial"/>
              <a:ea typeface="Arial"/>
              <a:cs typeface="Arial"/>
              <a:sym typeface="Arial"/>
            </a:endParaRPr>
          </a:p>
        </p:txBody>
      </p:sp>
      <p:sp>
        <p:nvSpPr>
          <p:cNvPr id="394" name="Google Shape;394;p7"/>
          <p:cNvSpPr/>
          <p:nvPr/>
        </p:nvSpPr>
        <p:spPr>
          <a:xfrm>
            <a:off x="1047854" y="4196843"/>
            <a:ext cx="2366072"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a:t>
            </a:r>
            <a:endParaRPr b="0" i="0" sz="1400" u="none" cap="none" strike="noStrike">
              <a:solidFill>
                <a:srgbClr val="000000"/>
              </a:solidFill>
              <a:latin typeface="Arial"/>
              <a:ea typeface="Arial"/>
              <a:cs typeface="Arial"/>
              <a:sym typeface="Arial"/>
            </a:endParaRPr>
          </a:p>
        </p:txBody>
      </p:sp>
      <p:sp>
        <p:nvSpPr>
          <p:cNvPr id="395" name="Google Shape;395;p7"/>
          <p:cNvSpPr/>
          <p:nvPr/>
        </p:nvSpPr>
        <p:spPr>
          <a:xfrm>
            <a:off x="1325325" y="5055969"/>
            <a:ext cx="1836716" cy="38497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Enhanced Security</a:t>
            </a:r>
            <a:endParaRPr b="0" i="0" sz="1400" u="none" cap="none" strike="noStrike">
              <a:solidFill>
                <a:schemeClr val="dk1"/>
              </a:solidFill>
              <a:latin typeface="Poppins"/>
              <a:ea typeface="Poppins"/>
              <a:cs typeface="Poppins"/>
              <a:sym typeface="Poppins"/>
            </a:endParaRPr>
          </a:p>
        </p:txBody>
      </p:sp>
      <p:sp>
        <p:nvSpPr>
          <p:cNvPr id="396" name="Google Shape;396;p7"/>
          <p:cNvSpPr/>
          <p:nvPr/>
        </p:nvSpPr>
        <p:spPr>
          <a:xfrm>
            <a:off x="1150288" y="5228400"/>
            <a:ext cx="116681" cy="116681"/>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397" name="Google Shape;397;p7"/>
          <p:cNvSpPr/>
          <p:nvPr/>
        </p:nvSpPr>
        <p:spPr>
          <a:xfrm>
            <a:off x="1325324" y="5435959"/>
            <a:ext cx="2088595" cy="38497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Transparency &amp; Trust</a:t>
            </a:r>
            <a:endParaRPr b="0" i="0" sz="1400" u="none" cap="none" strike="noStrike">
              <a:solidFill>
                <a:schemeClr val="dk1"/>
              </a:solidFill>
              <a:latin typeface="Poppins"/>
              <a:ea typeface="Poppins"/>
              <a:cs typeface="Poppins"/>
              <a:sym typeface="Poppins"/>
            </a:endParaRPr>
          </a:p>
        </p:txBody>
      </p:sp>
      <p:sp>
        <p:nvSpPr>
          <p:cNvPr id="398" name="Google Shape;398;p7"/>
          <p:cNvSpPr/>
          <p:nvPr/>
        </p:nvSpPr>
        <p:spPr>
          <a:xfrm>
            <a:off x="1150288" y="5608390"/>
            <a:ext cx="116681" cy="116681"/>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399" name="Google Shape;399;p7"/>
          <p:cNvSpPr/>
          <p:nvPr/>
        </p:nvSpPr>
        <p:spPr>
          <a:xfrm>
            <a:off x="8193977" y="3185500"/>
            <a:ext cx="206979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Enterprise Plan</a:t>
            </a:r>
            <a:endParaRPr b="0" i="0" sz="2000" u="none" cap="none" strike="noStrike">
              <a:solidFill>
                <a:schemeClr val="dk1"/>
              </a:solidFill>
              <a:latin typeface="Poppins"/>
              <a:ea typeface="Poppins"/>
              <a:cs typeface="Poppins"/>
              <a:sym typeface="Poppins"/>
            </a:endParaRPr>
          </a:p>
        </p:txBody>
      </p:sp>
      <p:sp>
        <p:nvSpPr>
          <p:cNvPr id="400" name="Google Shape;400;p7"/>
          <p:cNvSpPr/>
          <p:nvPr/>
        </p:nvSpPr>
        <p:spPr>
          <a:xfrm>
            <a:off x="8193977" y="3585610"/>
            <a:ext cx="1271768" cy="67762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800"/>
              <a:buFont typeface="Arial"/>
              <a:buNone/>
            </a:pPr>
            <a:r>
              <a:rPr b="0" i="0" lang="en-US" sz="2800" u="none" cap="none" strike="noStrike">
                <a:solidFill>
                  <a:schemeClr val="dk1"/>
                </a:solidFill>
                <a:latin typeface="Poppins Medium"/>
                <a:ea typeface="Poppins Medium"/>
                <a:cs typeface="Poppins Medium"/>
                <a:sym typeface="Poppins Medium"/>
              </a:rPr>
              <a:t>$200</a:t>
            </a:r>
            <a:endParaRPr b="0" i="0" sz="1400" u="none" cap="none" strike="noStrike">
              <a:solidFill>
                <a:srgbClr val="000000"/>
              </a:solidFill>
              <a:latin typeface="Arial"/>
              <a:ea typeface="Arial"/>
              <a:cs typeface="Arial"/>
              <a:sym typeface="Arial"/>
            </a:endParaRPr>
          </a:p>
        </p:txBody>
      </p:sp>
      <p:sp>
        <p:nvSpPr>
          <p:cNvPr id="401" name="Google Shape;401;p7"/>
          <p:cNvSpPr/>
          <p:nvPr/>
        </p:nvSpPr>
        <p:spPr>
          <a:xfrm>
            <a:off x="9212972" y="3835735"/>
            <a:ext cx="761608" cy="34317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/Month</a:t>
            </a:r>
            <a:endParaRPr b="0" i="0" sz="1400" u="none" cap="none" strike="noStrike">
              <a:solidFill>
                <a:srgbClr val="000000"/>
              </a:solidFill>
              <a:latin typeface="Arial"/>
              <a:ea typeface="Arial"/>
              <a:cs typeface="Arial"/>
              <a:sym typeface="Arial"/>
            </a:endParaRPr>
          </a:p>
        </p:txBody>
      </p:sp>
      <p:sp>
        <p:nvSpPr>
          <p:cNvPr id="402" name="Google Shape;402;p7"/>
          <p:cNvSpPr/>
          <p:nvPr/>
        </p:nvSpPr>
        <p:spPr>
          <a:xfrm>
            <a:off x="8193978" y="4196843"/>
            <a:ext cx="2366072"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a:t>
            </a:r>
            <a:endParaRPr b="0" i="0" sz="1400" u="none" cap="none" strike="noStrike">
              <a:solidFill>
                <a:srgbClr val="000000"/>
              </a:solidFill>
              <a:latin typeface="Arial"/>
              <a:ea typeface="Arial"/>
              <a:cs typeface="Arial"/>
              <a:sym typeface="Arial"/>
            </a:endParaRPr>
          </a:p>
        </p:txBody>
      </p:sp>
      <p:sp>
        <p:nvSpPr>
          <p:cNvPr id="403" name="Google Shape;403;p7"/>
          <p:cNvSpPr/>
          <p:nvPr/>
        </p:nvSpPr>
        <p:spPr>
          <a:xfrm>
            <a:off x="8471449" y="5055969"/>
            <a:ext cx="1836716" cy="38497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Enhanced Security</a:t>
            </a:r>
            <a:endParaRPr b="0" i="0" sz="1400" u="none" cap="none" strike="noStrike">
              <a:solidFill>
                <a:schemeClr val="dk1"/>
              </a:solidFill>
              <a:latin typeface="Poppins"/>
              <a:ea typeface="Poppins"/>
              <a:cs typeface="Poppins"/>
              <a:sym typeface="Poppins"/>
            </a:endParaRPr>
          </a:p>
        </p:txBody>
      </p:sp>
      <p:sp>
        <p:nvSpPr>
          <p:cNvPr id="404" name="Google Shape;404;p7"/>
          <p:cNvSpPr/>
          <p:nvPr/>
        </p:nvSpPr>
        <p:spPr>
          <a:xfrm>
            <a:off x="8296412" y="5228400"/>
            <a:ext cx="116681" cy="116681"/>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405" name="Google Shape;405;p7"/>
          <p:cNvSpPr/>
          <p:nvPr/>
        </p:nvSpPr>
        <p:spPr>
          <a:xfrm>
            <a:off x="8471448" y="5435959"/>
            <a:ext cx="2088595" cy="38497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Transparency &amp; Trust</a:t>
            </a:r>
            <a:endParaRPr b="0" i="0" sz="1400" u="none" cap="none" strike="noStrike">
              <a:solidFill>
                <a:schemeClr val="dk1"/>
              </a:solidFill>
              <a:latin typeface="Poppins"/>
              <a:ea typeface="Poppins"/>
              <a:cs typeface="Poppins"/>
              <a:sym typeface="Poppins"/>
            </a:endParaRPr>
          </a:p>
        </p:txBody>
      </p:sp>
      <p:sp>
        <p:nvSpPr>
          <p:cNvPr id="406" name="Google Shape;406;p7"/>
          <p:cNvSpPr/>
          <p:nvPr/>
        </p:nvSpPr>
        <p:spPr>
          <a:xfrm>
            <a:off x="8296412" y="5608390"/>
            <a:ext cx="116681" cy="116681"/>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nvGrpSpPr>
          <p:cNvPr id="407" name="Google Shape;407;p7"/>
          <p:cNvGrpSpPr/>
          <p:nvPr/>
        </p:nvGrpSpPr>
        <p:grpSpPr>
          <a:xfrm>
            <a:off x="946470" y="2837382"/>
            <a:ext cx="9442130" cy="116681"/>
            <a:chOff x="3740657" y="4414503"/>
            <a:chExt cx="9442130" cy="116681"/>
          </a:xfrm>
        </p:grpSpPr>
        <p:cxnSp>
          <p:nvCxnSpPr>
            <p:cNvPr id="408" name="Google Shape;408;p7"/>
            <p:cNvCxnSpPr/>
            <p:nvPr/>
          </p:nvCxnSpPr>
          <p:spPr>
            <a:xfrm>
              <a:off x="3740657" y="4472843"/>
              <a:ext cx="9442130" cy="0"/>
            </a:xfrm>
            <a:prstGeom prst="straightConnector1">
              <a:avLst/>
            </a:prstGeom>
            <a:noFill/>
            <a:ln cap="flat" cmpd="sng" w="19050">
              <a:solidFill>
                <a:schemeClr val="accent3"/>
              </a:solidFill>
              <a:prstDash val="solid"/>
              <a:miter lim="800000"/>
              <a:headEnd len="sm" w="sm" type="none"/>
              <a:tailEnd len="sm" w="sm" type="none"/>
            </a:ln>
          </p:spPr>
        </p:cxnSp>
        <p:sp>
          <p:nvSpPr>
            <p:cNvPr id="409" name="Google Shape;409;p7"/>
            <p:cNvSpPr/>
            <p:nvPr/>
          </p:nvSpPr>
          <p:spPr>
            <a:xfrm>
              <a:off x="3936151" y="4414503"/>
              <a:ext cx="116681" cy="116681"/>
            </a:xfrm>
            <a:prstGeom prst="ellipse">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410" name="Google Shape;410;p7"/>
            <p:cNvSpPr/>
            <p:nvPr/>
          </p:nvSpPr>
          <p:spPr>
            <a:xfrm>
              <a:off x="11090598" y="4414503"/>
              <a:ext cx="116681" cy="116681"/>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grpSp>
        <p:nvGrpSpPr>
          <p:cNvPr id="411" name="Google Shape;411;p7"/>
          <p:cNvGrpSpPr/>
          <p:nvPr/>
        </p:nvGrpSpPr>
        <p:grpSpPr>
          <a:xfrm>
            <a:off x="4322262" y="2412437"/>
            <a:ext cx="2963380" cy="3821862"/>
            <a:chOff x="751369" y="3051817"/>
            <a:chExt cx="2151052" cy="1062984"/>
          </a:xfrm>
        </p:grpSpPr>
        <p:sp>
          <p:nvSpPr>
            <p:cNvPr id="412" name="Google Shape;412;p7"/>
            <p:cNvSpPr/>
            <p:nvPr/>
          </p:nvSpPr>
          <p:spPr>
            <a:xfrm>
              <a:off x="803861" y="3114041"/>
              <a:ext cx="2098560" cy="1000760"/>
            </a:xfrm>
            <a:prstGeom prst="roundRect">
              <a:avLst>
                <a:gd fmla="val 651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413" name="Google Shape;413;p7"/>
            <p:cNvSpPr/>
            <p:nvPr/>
          </p:nvSpPr>
          <p:spPr>
            <a:xfrm>
              <a:off x="751369" y="3051817"/>
              <a:ext cx="2098560" cy="1044152"/>
            </a:xfrm>
            <a:prstGeom prst="roundRect">
              <a:avLst>
                <a:gd fmla="val 651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414" name="Google Shape;414;p7"/>
          <p:cNvSpPr/>
          <p:nvPr/>
        </p:nvSpPr>
        <p:spPr>
          <a:xfrm>
            <a:off x="4512184" y="2710344"/>
            <a:ext cx="237917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Medium"/>
                <a:ea typeface="Poppins Medium"/>
                <a:cs typeface="Poppins Medium"/>
                <a:sym typeface="Poppins Medium"/>
              </a:rPr>
              <a:t>Professional Plan</a:t>
            </a:r>
            <a:endParaRPr b="0" i="0" sz="2000" u="none" cap="none" strike="noStrike">
              <a:solidFill>
                <a:schemeClr val="dk1"/>
              </a:solidFill>
              <a:latin typeface="Poppins Medium"/>
              <a:ea typeface="Poppins Medium"/>
              <a:cs typeface="Poppins Medium"/>
              <a:sym typeface="Poppins Medium"/>
            </a:endParaRPr>
          </a:p>
        </p:txBody>
      </p:sp>
      <p:sp>
        <p:nvSpPr>
          <p:cNvPr id="415" name="Google Shape;415;p7"/>
          <p:cNvSpPr/>
          <p:nvPr/>
        </p:nvSpPr>
        <p:spPr>
          <a:xfrm>
            <a:off x="4512184" y="3110454"/>
            <a:ext cx="1021989" cy="67762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800"/>
              <a:buFont typeface="Arial"/>
              <a:buNone/>
            </a:pPr>
            <a:r>
              <a:rPr b="0" i="0" lang="en-US" sz="2800" u="none" cap="none" strike="noStrike">
                <a:solidFill>
                  <a:schemeClr val="dk1"/>
                </a:solidFill>
                <a:latin typeface="Poppins Medium"/>
                <a:ea typeface="Poppins Medium"/>
                <a:cs typeface="Poppins Medium"/>
                <a:sym typeface="Poppins Medium"/>
              </a:rPr>
              <a:t>$120</a:t>
            </a:r>
            <a:endParaRPr b="0" i="0" sz="1400" u="none" cap="none" strike="noStrike">
              <a:solidFill>
                <a:srgbClr val="000000"/>
              </a:solidFill>
              <a:latin typeface="Arial"/>
              <a:ea typeface="Arial"/>
              <a:cs typeface="Arial"/>
              <a:sym typeface="Arial"/>
            </a:endParaRPr>
          </a:p>
        </p:txBody>
      </p:sp>
      <p:sp>
        <p:nvSpPr>
          <p:cNvPr id="416" name="Google Shape;416;p7"/>
          <p:cNvSpPr/>
          <p:nvPr/>
        </p:nvSpPr>
        <p:spPr>
          <a:xfrm>
            <a:off x="5437329" y="3360579"/>
            <a:ext cx="761608" cy="34317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/Month</a:t>
            </a:r>
            <a:endParaRPr b="0" i="0" sz="1400" u="none" cap="none" strike="noStrike">
              <a:solidFill>
                <a:srgbClr val="000000"/>
              </a:solidFill>
              <a:latin typeface="Arial"/>
              <a:ea typeface="Arial"/>
              <a:cs typeface="Arial"/>
              <a:sym typeface="Arial"/>
            </a:endParaRPr>
          </a:p>
        </p:txBody>
      </p:sp>
      <p:sp>
        <p:nvSpPr>
          <p:cNvPr id="417" name="Google Shape;417;p7"/>
          <p:cNvSpPr/>
          <p:nvPr/>
        </p:nvSpPr>
        <p:spPr>
          <a:xfrm>
            <a:off x="4512185" y="3721687"/>
            <a:ext cx="2366072"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a:t>
            </a:r>
            <a:endParaRPr b="0" i="0" sz="1400" u="none" cap="none" strike="noStrike">
              <a:solidFill>
                <a:srgbClr val="000000"/>
              </a:solidFill>
              <a:latin typeface="Arial"/>
              <a:ea typeface="Arial"/>
              <a:cs typeface="Arial"/>
              <a:sym typeface="Arial"/>
            </a:endParaRPr>
          </a:p>
        </p:txBody>
      </p:sp>
      <p:sp>
        <p:nvSpPr>
          <p:cNvPr id="418" name="Google Shape;418;p7"/>
          <p:cNvSpPr/>
          <p:nvPr/>
        </p:nvSpPr>
        <p:spPr>
          <a:xfrm>
            <a:off x="4789656" y="4580813"/>
            <a:ext cx="1836716" cy="38497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Enhanced Security</a:t>
            </a:r>
            <a:endParaRPr b="0" i="0" sz="1400" u="none" cap="none" strike="noStrike">
              <a:solidFill>
                <a:schemeClr val="dk1"/>
              </a:solidFill>
              <a:latin typeface="Poppins"/>
              <a:ea typeface="Poppins"/>
              <a:cs typeface="Poppins"/>
              <a:sym typeface="Poppins"/>
            </a:endParaRPr>
          </a:p>
        </p:txBody>
      </p:sp>
      <p:sp>
        <p:nvSpPr>
          <p:cNvPr id="419" name="Google Shape;419;p7"/>
          <p:cNvSpPr/>
          <p:nvPr/>
        </p:nvSpPr>
        <p:spPr>
          <a:xfrm>
            <a:off x="4614619" y="4753244"/>
            <a:ext cx="116681" cy="116681"/>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420" name="Google Shape;420;p7"/>
          <p:cNvSpPr/>
          <p:nvPr/>
        </p:nvSpPr>
        <p:spPr>
          <a:xfrm>
            <a:off x="4789655" y="4960803"/>
            <a:ext cx="2088595" cy="38497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Transparency &amp; Trust</a:t>
            </a:r>
            <a:endParaRPr b="0" i="0" sz="1400" u="none" cap="none" strike="noStrike">
              <a:solidFill>
                <a:schemeClr val="dk1"/>
              </a:solidFill>
              <a:latin typeface="Poppins"/>
              <a:ea typeface="Poppins"/>
              <a:cs typeface="Poppins"/>
              <a:sym typeface="Poppins"/>
            </a:endParaRPr>
          </a:p>
        </p:txBody>
      </p:sp>
      <p:sp>
        <p:nvSpPr>
          <p:cNvPr id="421" name="Google Shape;421;p7"/>
          <p:cNvSpPr/>
          <p:nvPr/>
        </p:nvSpPr>
        <p:spPr>
          <a:xfrm>
            <a:off x="4614619" y="5133234"/>
            <a:ext cx="116681" cy="116681"/>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422" name="Google Shape;422;p7"/>
          <p:cNvSpPr/>
          <p:nvPr/>
        </p:nvSpPr>
        <p:spPr>
          <a:xfrm>
            <a:off x="4789655" y="5371207"/>
            <a:ext cx="2366072" cy="38497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Improved Traceability</a:t>
            </a:r>
            <a:endParaRPr b="0" i="0" sz="1400" u="none" cap="none" strike="noStrike">
              <a:solidFill>
                <a:schemeClr val="dk1"/>
              </a:solidFill>
              <a:latin typeface="Poppins"/>
              <a:ea typeface="Poppins"/>
              <a:cs typeface="Poppins"/>
              <a:sym typeface="Poppins"/>
            </a:endParaRPr>
          </a:p>
        </p:txBody>
      </p:sp>
      <p:sp>
        <p:nvSpPr>
          <p:cNvPr id="423" name="Google Shape;423;p7"/>
          <p:cNvSpPr/>
          <p:nvPr/>
        </p:nvSpPr>
        <p:spPr>
          <a:xfrm>
            <a:off x="4614619" y="5543638"/>
            <a:ext cx="116681" cy="116681"/>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424" name="Google Shape;424;p7"/>
          <p:cNvSpPr/>
          <p:nvPr/>
        </p:nvSpPr>
        <p:spPr>
          <a:xfrm rot="-1165187">
            <a:off x="7456580" y="1685048"/>
            <a:ext cx="565994" cy="658133"/>
          </a:xfrm>
          <a:custGeom>
            <a:rect b="b" l="l" r="r" t="t"/>
            <a:pathLst>
              <a:path extrusionOk="0" h="272" w="234">
                <a:moveTo>
                  <a:pt x="228" y="249"/>
                </a:moveTo>
                <a:cubicBezTo>
                  <a:pt x="188" y="231"/>
                  <a:pt x="150" y="207"/>
                  <a:pt x="118" y="177"/>
                </a:cubicBezTo>
                <a:cubicBezTo>
                  <a:pt x="123" y="168"/>
                  <a:pt x="129" y="159"/>
                  <a:pt x="135" y="150"/>
                </a:cubicBezTo>
                <a:cubicBezTo>
                  <a:pt x="138" y="153"/>
                  <a:pt x="142" y="157"/>
                  <a:pt x="145" y="161"/>
                </a:cubicBezTo>
                <a:cubicBezTo>
                  <a:pt x="157" y="172"/>
                  <a:pt x="170" y="183"/>
                  <a:pt x="183" y="194"/>
                </a:cubicBezTo>
                <a:cubicBezTo>
                  <a:pt x="188" y="197"/>
                  <a:pt x="193" y="198"/>
                  <a:pt x="197" y="194"/>
                </a:cubicBezTo>
                <a:cubicBezTo>
                  <a:pt x="201" y="190"/>
                  <a:pt x="202" y="183"/>
                  <a:pt x="197" y="180"/>
                </a:cubicBezTo>
                <a:cubicBezTo>
                  <a:pt x="179" y="165"/>
                  <a:pt x="162" y="149"/>
                  <a:pt x="146" y="132"/>
                </a:cubicBezTo>
                <a:cubicBezTo>
                  <a:pt x="157" y="115"/>
                  <a:pt x="168" y="98"/>
                  <a:pt x="179" y="81"/>
                </a:cubicBezTo>
                <a:cubicBezTo>
                  <a:pt x="186" y="70"/>
                  <a:pt x="168" y="60"/>
                  <a:pt x="161" y="71"/>
                </a:cubicBezTo>
                <a:cubicBezTo>
                  <a:pt x="152" y="86"/>
                  <a:pt x="142" y="101"/>
                  <a:pt x="132" y="117"/>
                </a:cubicBezTo>
                <a:cubicBezTo>
                  <a:pt x="126" y="110"/>
                  <a:pt x="121" y="103"/>
                  <a:pt x="116" y="96"/>
                </a:cubicBezTo>
                <a:cubicBezTo>
                  <a:pt x="128" y="80"/>
                  <a:pt x="140" y="64"/>
                  <a:pt x="153" y="49"/>
                </a:cubicBezTo>
                <a:cubicBezTo>
                  <a:pt x="157" y="44"/>
                  <a:pt x="158" y="38"/>
                  <a:pt x="153" y="34"/>
                </a:cubicBezTo>
                <a:cubicBezTo>
                  <a:pt x="150" y="31"/>
                  <a:pt x="143" y="30"/>
                  <a:pt x="139" y="34"/>
                </a:cubicBezTo>
                <a:cubicBezTo>
                  <a:pt x="127" y="49"/>
                  <a:pt x="115" y="64"/>
                  <a:pt x="103" y="79"/>
                </a:cubicBezTo>
                <a:cubicBezTo>
                  <a:pt x="97" y="70"/>
                  <a:pt x="91" y="60"/>
                  <a:pt x="85" y="50"/>
                </a:cubicBezTo>
                <a:cubicBezTo>
                  <a:pt x="77" y="36"/>
                  <a:pt x="69" y="21"/>
                  <a:pt x="62" y="6"/>
                </a:cubicBezTo>
                <a:cubicBezTo>
                  <a:pt x="60" y="1"/>
                  <a:pt x="53" y="0"/>
                  <a:pt x="49" y="2"/>
                </a:cubicBezTo>
                <a:cubicBezTo>
                  <a:pt x="44" y="5"/>
                  <a:pt x="43" y="11"/>
                  <a:pt x="45" y="16"/>
                </a:cubicBezTo>
                <a:cubicBezTo>
                  <a:pt x="58" y="44"/>
                  <a:pt x="73" y="71"/>
                  <a:pt x="91" y="96"/>
                </a:cubicBezTo>
                <a:cubicBezTo>
                  <a:pt x="84" y="106"/>
                  <a:pt x="77" y="116"/>
                  <a:pt x="71" y="126"/>
                </a:cubicBezTo>
                <a:cubicBezTo>
                  <a:pt x="64" y="117"/>
                  <a:pt x="58" y="108"/>
                  <a:pt x="52" y="99"/>
                </a:cubicBezTo>
                <a:cubicBezTo>
                  <a:pt x="40" y="80"/>
                  <a:pt x="30" y="61"/>
                  <a:pt x="21" y="40"/>
                </a:cubicBezTo>
                <a:cubicBezTo>
                  <a:pt x="19" y="35"/>
                  <a:pt x="15" y="32"/>
                  <a:pt x="9" y="33"/>
                </a:cubicBezTo>
                <a:cubicBezTo>
                  <a:pt x="4" y="34"/>
                  <a:pt x="0" y="40"/>
                  <a:pt x="2" y="45"/>
                </a:cubicBezTo>
                <a:cubicBezTo>
                  <a:pt x="16" y="81"/>
                  <a:pt x="36" y="113"/>
                  <a:pt x="59" y="143"/>
                </a:cubicBezTo>
                <a:cubicBezTo>
                  <a:pt x="44" y="168"/>
                  <a:pt x="29" y="193"/>
                  <a:pt x="16" y="219"/>
                </a:cubicBezTo>
                <a:cubicBezTo>
                  <a:pt x="10" y="230"/>
                  <a:pt x="28" y="241"/>
                  <a:pt x="34" y="229"/>
                </a:cubicBezTo>
                <a:cubicBezTo>
                  <a:pt x="46" y="205"/>
                  <a:pt x="59" y="182"/>
                  <a:pt x="73" y="159"/>
                </a:cubicBezTo>
                <a:cubicBezTo>
                  <a:pt x="79" y="166"/>
                  <a:pt x="85" y="173"/>
                  <a:pt x="92" y="180"/>
                </a:cubicBezTo>
                <a:cubicBezTo>
                  <a:pt x="77" y="204"/>
                  <a:pt x="62" y="228"/>
                  <a:pt x="47" y="252"/>
                </a:cubicBezTo>
                <a:cubicBezTo>
                  <a:pt x="40" y="262"/>
                  <a:pt x="57" y="272"/>
                  <a:pt x="64" y="262"/>
                </a:cubicBezTo>
                <a:cubicBezTo>
                  <a:pt x="78" y="239"/>
                  <a:pt x="92" y="217"/>
                  <a:pt x="107" y="194"/>
                </a:cubicBezTo>
                <a:cubicBezTo>
                  <a:pt x="123" y="209"/>
                  <a:pt x="140" y="222"/>
                  <a:pt x="158" y="234"/>
                </a:cubicBezTo>
                <a:cubicBezTo>
                  <a:pt x="177" y="246"/>
                  <a:pt x="197" y="257"/>
                  <a:pt x="218" y="266"/>
                </a:cubicBezTo>
                <a:cubicBezTo>
                  <a:pt x="223" y="268"/>
                  <a:pt x="229" y="268"/>
                  <a:pt x="232" y="263"/>
                </a:cubicBezTo>
                <a:cubicBezTo>
                  <a:pt x="234" y="258"/>
                  <a:pt x="233" y="251"/>
                  <a:pt x="228" y="249"/>
                </a:cubicBezTo>
                <a:close/>
                <a:moveTo>
                  <a:pt x="84" y="142"/>
                </a:moveTo>
                <a:cubicBezTo>
                  <a:pt x="90" y="132"/>
                  <a:pt x="97" y="123"/>
                  <a:pt x="103" y="113"/>
                </a:cubicBezTo>
                <a:cubicBezTo>
                  <a:pt x="109" y="120"/>
                  <a:pt x="115" y="128"/>
                  <a:pt x="121" y="135"/>
                </a:cubicBezTo>
                <a:cubicBezTo>
                  <a:pt x="115" y="144"/>
                  <a:pt x="109" y="153"/>
                  <a:pt x="103" y="163"/>
                </a:cubicBezTo>
                <a:cubicBezTo>
                  <a:pt x="96" y="156"/>
                  <a:pt x="90" y="149"/>
                  <a:pt x="84" y="142"/>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10"/>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430" name="Google Shape;430;p10"/>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431" name="Google Shape;431;p10"/>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432" name="Google Shape;432;p10"/>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433" name="Google Shape;433;p10"/>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434" name="Google Shape;434;p10"/>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435" name="Google Shape;435;p10"/>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436" name="Google Shape;436;p10"/>
          <p:cNvGrpSpPr/>
          <p:nvPr/>
        </p:nvGrpSpPr>
        <p:grpSpPr>
          <a:xfrm>
            <a:off x="6997702" y="669152"/>
            <a:ext cx="95248" cy="68286"/>
            <a:chOff x="3790" y="2022"/>
            <a:chExt cx="282" cy="150"/>
          </a:xfrm>
        </p:grpSpPr>
        <p:cxnSp>
          <p:nvCxnSpPr>
            <p:cNvPr id="437" name="Google Shape;437;p10"/>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438" name="Google Shape;438;p10"/>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439" name="Google Shape;439;p10"/>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440" name="Google Shape;440;p10"/>
          <p:cNvSpPr txBox="1"/>
          <p:nvPr/>
        </p:nvSpPr>
        <p:spPr>
          <a:xfrm>
            <a:off x="3781142" y="4742213"/>
            <a:ext cx="4089802" cy="144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Poppins Medium"/>
                <a:ea typeface="Poppins Medium"/>
                <a:cs typeface="Poppins Medium"/>
                <a:sym typeface="Poppins Medium"/>
              </a:rPr>
              <a:t>Competitive Landscape.</a:t>
            </a:r>
            <a:endParaRPr b="0" i="0" sz="4400" u="none" cap="none" strike="noStrike">
              <a:solidFill>
                <a:schemeClr val="dk1"/>
              </a:solidFill>
              <a:latin typeface="Poppins Medium"/>
              <a:ea typeface="Poppins Medium"/>
              <a:cs typeface="Poppins Medium"/>
              <a:sym typeface="Poppins Medium"/>
            </a:endParaRPr>
          </a:p>
        </p:txBody>
      </p:sp>
      <p:sp>
        <p:nvSpPr>
          <p:cNvPr id="441" name="Google Shape;441;p10"/>
          <p:cNvSpPr/>
          <p:nvPr/>
        </p:nvSpPr>
        <p:spPr>
          <a:xfrm>
            <a:off x="7881482" y="5404295"/>
            <a:ext cx="227542" cy="264584"/>
          </a:xfrm>
          <a:custGeom>
            <a:rect b="b" l="l" r="r" t="t"/>
            <a:pathLst>
              <a:path extrusionOk="0" h="272" w="234">
                <a:moveTo>
                  <a:pt x="228" y="249"/>
                </a:moveTo>
                <a:cubicBezTo>
                  <a:pt x="188" y="231"/>
                  <a:pt x="150" y="207"/>
                  <a:pt x="118" y="177"/>
                </a:cubicBezTo>
                <a:cubicBezTo>
                  <a:pt x="123" y="168"/>
                  <a:pt x="129" y="159"/>
                  <a:pt x="135" y="150"/>
                </a:cubicBezTo>
                <a:cubicBezTo>
                  <a:pt x="138" y="153"/>
                  <a:pt x="142" y="157"/>
                  <a:pt x="145" y="161"/>
                </a:cubicBezTo>
                <a:cubicBezTo>
                  <a:pt x="157" y="172"/>
                  <a:pt x="170" y="183"/>
                  <a:pt x="183" y="194"/>
                </a:cubicBezTo>
                <a:cubicBezTo>
                  <a:pt x="188" y="197"/>
                  <a:pt x="193" y="198"/>
                  <a:pt x="197" y="194"/>
                </a:cubicBezTo>
                <a:cubicBezTo>
                  <a:pt x="201" y="190"/>
                  <a:pt x="202" y="183"/>
                  <a:pt x="197" y="180"/>
                </a:cubicBezTo>
                <a:cubicBezTo>
                  <a:pt x="179" y="165"/>
                  <a:pt x="162" y="149"/>
                  <a:pt x="146" y="132"/>
                </a:cubicBezTo>
                <a:cubicBezTo>
                  <a:pt x="157" y="115"/>
                  <a:pt x="168" y="98"/>
                  <a:pt x="179" y="81"/>
                </a:cubicBezTo>
                <a:cubicBezTo>
                  <a:pt x="186" y="70"/>
                  <a:pt x="168" y="60"/>
                  <a:pt x="161" y="71"/>
                </a:cubicBezTo>
                <a:cubicBezTo>
                  <a:pt x="152" y="86"/>
                  <a:pt x="142" y="101"/>
                  <a:pt x="132" y="117"/>
                </a:cubicBezTo>
                <a:cubicBezTo>
                  <a:pt x="126" y="110"/>
                  <a:pt x="121" y="103"/>
                  <a:pt x="116" y="96"/>
                </a:cubicBezTo>
                <a:cubicBezTo>
                  <a:pt x="128" y="80"/>
                  <a:pt x="140" y="64"/>
                  <a:pt x="153" y="49"/>
                </a:cubicBezTo>
                <a:cubicBezTo>
                  <a:pt x="157" y="44"/>
                  <a:pt x="158" y="38"/>
                  <a:pt x="153" y="34"/>
                </a:cubicBezTo>
                <a:cubicBezTo>
                  <a:pt x="150" y="31"/>
                  <a:pt x="143" y="30"/>
                  <a:pt x="139" y="34"/>
                </a:cubicBezTo>
                <a:cubicBezTo>
                  <a:pt x="127" y="49"/>
                  <a:pt x="115" y="64"/>
                  <a:pt x="103" y="79"/>
                </a:cubicBezTo>
                <a:cubicBezTo>
                  <a:pt x="97" y="70"/>
                  <a:pt x="91" y="60"/>
                  <a:pt x="85" y="50"/>
                </a:cubicBezTo>
                <a:cubicBezTo>
                  <a:pt x="77" y="36"/>
                  <a:pt x="69" y="21"/>
                  <a:pt x="62" y="6"/>
                </a:cubicBezTo>
                <a:cubicBezTo>
                  <a:pt x="60" y="1"/>
                  <a:pt x="53" y="0"/>
                  <a:pt x="49" y="2"/>
                </a:cubicBezTo>
                <a:cubicBezTo>
                  <a:pt x="44" y="5"/>
                  <a:pt x="43" y="11"/>
                  <a:pt x="45" y="16"/>
                </a:cubicBezTo>
                <a:cubicBezTo>
                  <a:pt x="58" y="44"/>
                  <a:pt x="73" y="71"/>
                  <a:pt x="91" y="96"/>
                </a:cubicBezTo>
                <a:cubicBezTo>
                  <a:pt x="84" y="106"/>
                  <a:pt x="77" y="116"/>
                  <a:pt x="71" y="126"/>
                </a:cubicBezTo>
                <a:cubicBezTo>
                  <a:pt x="64" y="117"/>
                  <a:pt x="58" y="108"/>
                  <a:pt x="52" y="99"/>
                </a:cubicBezTo>
                <a:cubicBezTo>
                  <a:pt x="40" y="80"/>
                  <a:pt x="30" y="61"/>
                  <a:pt x="21" y="40"/>
                </a:cubicBezTo>
                <a:cubicBezTo>
                  <a:pt x="19" y="35"/>
                  <a:pt x="15" y="32"/>
                  <a:pt x="9" y="33"/>
                </a:cubicBezTo>
                <a:cubicBezTo>
                  <a:pt x="4" y="34"/>
                  <a:pt x="0" y="40"/>
                  <a:pt x="2" y="45"/>
                </a:cubicBezTo>
                <a:cubicBezTo>
                  <a:pt x="16" y="81"/>
                  <a:pt x="36" y="113"/>
                  <a:pt x="59" y="143"/>
                </a:cubicBezTo>
                <a:cubicBezTo>
                  <a:pt x="44" y="168"/>
                  <a:pt x="29" y="193"/>
                  <a:pt x="16" y="219"/>
                </a:cubicBezTo>
                <a:cubicBezTo>
                  <a:pt x="10" y="230"/>
                  <a:pt x="28" y="241"/>
                  <a:pt x="34" y="229"/>
                </a:cubicBezTo>
                <a:cubicBezTo>
                  <a:pt x="46" y="205"/>
                  <a:pt x="59" y="182"/>
                  <a:pt x="73" y="159"/>
                </a:cubicBezTo>
                <a:cubicBezTo>
                  <a:pt x="79" y="166"/>
                  <a:pt x="85" y="173"/>
                  <a:pt x="92" y="180"/>
                </a:cubicBezTo>
                <a:cubicBezTo>
                  <a:pt x="77" y="204"/>
                  <a:pt x="62" y="228"/>
                  <a:pt x="47" y="252"/>
                </a:cubicBezTo>
                <a:cubicBezTo>
                  <a:pt x="40" y="262"/>
                  <a:pt x="57" y="272"/>
                  <a:pt x="64" y="262"/>
                </a:cubicBezTo>
                <a:cubicBezTo>
                  <a:pt x="78" y="239"/>
                  <a:pt x="92" y="217"/>
                  <a:pt x="107" y="194"/>
                </a:cubicBezTo>
                <a:cubicBezTo>
                  <a:pt x="123" y="209"/>
                  <a:pt x="140" y="222"/>
                  <a:pt x="158" y="234"/>
                </a:cubicBezTo>
                <a:cubicBezTo>
                  <a:pt x="177" y="246"/>
                  <a:pt x="197" y="257"/>
                  <a:pt x="218" y="266"/>
                </a:cubicBezTo>
                <a:cubicBezTo>
                  <a:pt x="223" y="268"/>
                  <a:pt x="229" y="268"/>
                  <a:pt x="232" y="263"/>
                </a:cubicBezTo>
                <a:cubicBezTo>
                  <a:pt x="234" y="258"/>
                  <a:pt x="233" y="251"/>
                  <a:pt x="228" y="249"/>
                </a:cubicBezTo>
                <a:close/>
                <a:moveTo>
                  <a:pt x="84" y="142"/>
                </a:moveTo>
                <a:cubicBezTo>
                  <a:pt x="90" y="132"/>
                  <a:pt x="97" y="123"/>
                  <a:pt x="103" y="113"/>
                </a:cubicBezTo>
                <a:cubicBezTo>
                  <a:pt x="109" y="120"/>
                  <a:pt x="115" y="128"/>
                  <a:pt x="121" y="135"/>
                </a:cubicBezTo>
                <a:cubicBezTo>
                  <a:pt x="115" y="144"/>
                  <a:pt x="109" y="153"/>
                  <a:pt x="103" y="163"/>
                </a:cubicBezTo>
                <a:cubicBezTo>
                  <a:pt x="96" y="156"/>
                  <a:pt x="90" y="149"/>
                  <a:pt x="84" y="14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42" name="Google Shape;442;p10"/>
          <p:cNvSpPr txBox="1"/>
          <p:nvPr/>
        </p:nvSpPr>
        <p:spPr>
          <a:xfrm>
            <a:off x="8174541" y="5322978"/>
            <a:ext cx="3072851" cy="70814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Positioning for Success in a Dynamic Blockchain Ecosystem.</a:t>
            </a:r>
            <a:endParaRPr b="0" i="0" sz="1400" u="none" cap="none" strike="noStrike">
              <a:solidFill>
                <a:srgbClr val="000000"/>
              </a:solidFill>
              <a:latin typeface="Arial"/>
              <a:ea typeface="Arial"/>
              <a:cs typeface="Arial"/>
              <a:sym typeface="Arial"/>
            </a:endParaRPr>
          </a:p>
        </p:txBody>
      </p:sp>
      <p:grpSp>
        <p:nvGrpSpPr>
          <p:cNvPr id="443" name="Google Shape;443;p10"/>
          <p:cNvGrpSpPr/>
          <p:nvPr/>
        </p:nvGrpSpPr>
        <p:grpSpPr>
          <a:xfrm>
            <a:off x="1394134" y="3747242"/>
            <a:ext cx="559298" cy="2210772"/>
            <a:chOff x="1306013" y="3726623"/>
            <a:chExt cx="559298" cy="2210772"/>
          </a:xfrm>
        </p:grpSpPr>
        <p:sp>
          <p:nvSpPr>
            <p:cNvPr id="444" name="Google Shape;444;p10"/>
            <p:cNvSpPr/>
            <p:nvPr/>
          </p:nvSpPr>
          <p:spPr>
            <a:xfrm>
              <a:off x="1306013" y="3726623"/>
              <a:ext cx="559298" cy="1614362"/>
            </a:xfrm>
            <a:custGeom>
              <a:rect b="b" l="l" r="r" t="t"/>
              <a:pathLst>
                <a:path extrusionOk="0" h="762381" w="264128">
                  <a:moveTo>
                    <a:pt x="264606" y="761416"/>
                  </a:moveTo>
                  <a:cubicBezTo>
                    <a:pt x="255815" y="752938"/>
                    <a:pt x="245671" y="745984"/>
                    <a:pt x="234603" y="740842"/>
                  </a:cubicBezTo>
                  <a:cubicBezTo>
                    <a:pt x="225078" y="736270"/>
                    <a:pt x="215029" y="732935"/>
                    <a:pt x="204694" y="730840"/>
                  </a:cubicBezTo>
                  <a:cubicBezTo>
                    <a:pt x="194855" y="728840"/>
                    <a:pt x="184825" y="727888"/>
                    <a:pt x="174786" y="727983"/>
                  </a:cubicBezTo>
                  <a:lnTo>
                    <a:pt x="144877" y="727983"/>
                  </a:lnTo>
                  <a:lnTo>
                    <a:pt x="84965" y="727220"/>
                  </a:lnTo>
                  <a:lnTo>
                    <a:pt x="55056" y="727220"/>
                  </a:lnTo>
                  <a:cubicBezTo>
                    <a:pt x="43636" y="727316"/>
                    <a:pt x="32482" y="723696"/>
                    <a:pt x="23243" y="717029"/>
                  </a:cubicBezTo>
                  <a:cubicBezTo>
                    <a:pt x="14108" y="710171"/>
                    <a:pt x="7422" y="700646"/>
                    <a:pt x="4193" y="689692"/>
                  </a:cubicBezTo>
                  <a:cubicBezTo>
                    <a:pt x="2688" y="684358"/>
                    <a:pt x="2021" y="678738"/>
                    <a:pt x="2193" y="673214"/>
                  </a:cubicBezTo>
                  <a:lnTo>
                    <a:pt x="2193" y="658259"/>
                  </a:lnTo>
                  <a:lnTo>
                    <a:pt x="2193" y="598347"/>
                  </a:lnTo>
                  <a:lnTo>
                    <a:pt x="2955" y="478618"/>
                  </a:lnTo>
                  <a:lnTo>
                    <a:pt x="2955" y="238493"/>
                  </a:lnTo>
                  <a:lnTo>
                    <a:pt x="2002" y="118764"/>
                  </a:lnTo>
                  <a:cubicBezTo>
                    <a:pt x="2002" y="78825"/>
                    <a:pt x="1497" y="38915"/>
                    <a:pt x="478" y="-966"/>
                  </a:cubicBezTo>
                  <a:lnTo>
                    <a:pt x="14766" y="-966"/>
                  </a:lnTo>
                  <a:cubicBezTo>
                    <a:pt x="13937" y="38973"/>
                    <a:pt x="13403" y="78883"/>
                    <a:pt x="13147" y="118764"/>
                  </a:cubicBezTo>
                  <a:lnTo>
                    <a:pt x="12194" y="238493"/>
                  </a:lnTo>
                  <a:lnTo>
                    <a:pt x="12194" y="477951"/>
                  </a:lnTo>
                  <a:lnTo>
                    <a:pt x="12861" y="597681"/>
                  </a:lnTo>
                  <a:lnTo>
                    <a:pt x="13337" y="657593"/>
                  </a:lnTo>
                  <a:lnTo>
                    <a:pt x="13337" y="672547"/>
                  </a:lnTo>
                  <a:cubicBezTo>
                    <a:pt x="13337" y="676928"/>
                    <a:pt x="13975" y="681406"/>
                    <a:pt x="15242" y="685596"/>
                  </a:cubicBezTo>
                  <a:cubicBezTo>
                    <a:pt x="17928" y="693883"/>
                    <a:pt x="23243" y="701027"/>
                    <a:pt x="30387" y="705980"/>
                  </a:cubicBezTo>
                  <a:cubicBezTo>
                    <a:pt x="37502" y="711028"/>
                    <a:pt x="46074" y="713505"/>
                    <a:pt x="54771" y="713123"/>
                  </a:cubicBezTo>
                  <a:lnTo>
                    <a:pt x="84679" y="713123"/>
                  </a:lnTo>
                  <a:lnTo>
                    <a:pt x="144591" y="712362"/>
                  </a:lnTo>
                  <a:lnTo>
                    <a:pt x="174500" y="712362"/>
                  </a:lnTo>
                  <a:cubicBezTo>
                    <a:pt x="184539" y="712457"/>
                    <a:pt x="194569" y="711504"/>
                    <a:pt x="204408" y="709504"/>
                  </a:cubicBezTo>
                  <a:cubicBezTo>
                    <a:pt x="214743" y="707313"/>
                    <a:pt x="224773" y="703885"/>
                    <a:pt x="234317" y="699408"/>
                  </a:cubicBezTo>
                  <a:cubicBezTo>
                    <a:pt x="245366" y="694264"/>
                    <a:pt x="255501" y="687311"/>
                    <a:pt x="264321" y="67892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cxnSp>
          <p:nvCxnSpPr>
            <p:cNvPr id="445" name="Google Shape;445;p10"/>
            <p:cNvCxnSpPr/>
            <p:nvPr/>
          </p:nvCxnSpPr>
          <p:spPr>
            <a:xfrm rot="10800000">
              <a:off x="1865311" y="4564380"/>
              <a:ext cx="0" cy="1373015"/>
            </a:xfrm>
            <a:prstGeom prst="straightConnector1">
              <a:avLst/>
            </a:prstGeom>
            <a:noFill/>
            <a:ln cap="flat" cmpd="sng" w="19050">
              <a:solidFill>
                <a:schemeClr val="accent3"/>
              </a:solidFill>
              <a:prstDash val="solid"/>
              <a:miter lim="800000"/>
              <a:headEnd len="sm" w="sm" type="none"/>
              <a:tailEnd len="sm" w="sm" type="none"/>
            </a:ln>
          </p:spPr>
        </p:cxnSp>
      </p:grpSp>
      <p:grpSp>
        <p:nvGrpSpPr>
          <p:cNvPr id="446" name="Google Shape;446;p10"/>
          <p:cNvGrpSpPr/>
          <p:nvPr/>
        </p:nvGrpSpPr>
        <p:grpSpPr>
          <a:xfrm>
            <a:off x="1027250" y="1412076"/>
            <a:ext cx="10064681" cy="2529672"/>
            <a:chOff x="1174817" y="1404538"/>
            <a:chExt cx="9782198" cy="2529672"/>
          </a:xfrm>
        </p:grpSpPr>
        <p:sp>
          <p:nvSpPr>
            <p:cNvPr id="447" name="Google Shape;447;p10"/>
            <p:cNvSpPr/>
            <p:nvPr/>
          </p:nvSpPr>
          <p:spPr>
            <a:xfrm>
              <a:off x="1289631" y="1624357"/>
              <a:ext cx="9667384" cy="2309853"/>
            </a:xfrm>
            <a:prstGeom prst="roundRect">
              <a:avLst>
                <a:gd fmla="val 651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448" name="Google Shape;448;p10"/>
            <p:cNvSpPr/>
            <p:nvPr/>
          </p:nvSpPr>
          <p:spPr>
            <a:xfrm>
              <a:off x="1174817" y="1404538"/>
              <a:ext cx="9667384" cy="2410006"/>
            </a:xfrm>
            <a:prstGeom prst="roundRect">
              <a:avLst>
                <a:gd fmla="val 651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449" name="Google Shape;449;p10"/>
          <p:cNvSpPr txBox="1"/>
          <p:nvPr/>
        </p:nvSpPr>
        <p:spPr>
          <a:xfrm>
            <a:off x="2991781" y="2072001"/>
            <a:ext cx="270311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Medium"/>
                <a:ea typeface="Poppins Medium"/>
                <a:cs typeface="Poppins Medium"/>
                <a:sym typeface="Poppins Medium"/>
              </a:rPr>
              <a:t>Competitor One</a:t>
            </a:r>
            <a:endParaRPr b="0" i="0" sz="1400" u="none" cap="none" strike="noStrike">
              <a:solidFill>
                <a:srgbClr val="000000"/>
              </a:solidFill>
              <a:latin typeface="Arial"/>
              <a:ea typeface="Arial"/>
              <a:cs typeface="Arial"/>
              <a:sym typeface="Arial"/>
            </a:endParaRPr>
          </a:p>
        </p:txBody>
      </p:sp>
      <p:sp>
        <p:nvSpPr>
          <p:cNvPr id="450" name="Google Shape;450;p10"/>
          <p:cNvSpPr txBox="1"/>
          <p:nvPr/>
        </p:nvSpPr>
        <p:spPr>
          <a:xfrm>
            <a:off x="2991782" y="2508291"/>
            <a:ext cx="2703114"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 Mountains had.</a:t>
            </a:r>
            <a:endParaRPr b="0" i="0" sz="1400" u="none" cap="none" strike="noStrike">
              <a:solidFill>
                <a:srgbClr val="000000"/>
              </a:solidFill>
              <a:latin typeface="Arial"/>
              <a:ea typeface="Arial"/>
              <a:cs typeface="Arial"/>
              <a:sym typeface="Arial"/>
            </a:endParaRPr>
          </a:p>
        </p:txBody>
      </p:sp>
      <p:sp>
        <p:nvSpPr>
          <p:cNvPr id="451" name="Google Shape;451;p10"/>
          <p:cNvSpPr txBox="1"/>
          <p:nvPr/>
        </p:nvSpPr>
        <p:spPr>
          <a:xfrm>
            <a:off x="7887287" y="2078042"/>
            <a:ext cx="263914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Medium"/>
                <a:ea typeface="Poppins Medium"/>
                <a:cs typeface="Poppins Medium"/>
                <a:sym typeface="Poppins Medium"/>
              </a:rPr>
              <a:t>Competitor Two</a:t>
            </a:r>
            <a:endParaRPr b="0" i="0" sz="1400" u="none" cap="none" strike="noStrike">
              <a:solidFill>
                <a:srgbClr val="000000"/>
              </a:solidFill>
              <a:latin typeface="Arial"/>
              <a:ea typeface="Arial"/>
              <a:cs typeface="Arial"/>
              <a:sym typeface="Arial"/>
            </a:endParaRPr>
          </a:p>
        </p:txBody>
      </p:sp>
      <p:sp>
        <p:nvSpPr>
          <p:cNvPr id="452" name="Google Shape;452;p10"/>
          <p:cNvSpPr txBox="1"/>
          <p:nvPr/>
        </p:nvSpPr>
        <p:spPr>
          <a:xfrm>
            <a:off x="7887288" y="2508291"/>
            <a:ext cx="2716365"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 Mountains had.</a:t>
            </a:r>
            <a:endParaRPr b="0" i="0" sz="1400" u="none" cap="none" strike="noStrike">
              <a:solidFill>
                <a:srgbClr val="000000"/>
              </a:solidFill>
              <a:latin typeface="Arial"/>
              <a:ea typeface="Arial"/>
              <a:cs typeface="Arial"/>
              <a:sym typeface="Arial"/>
            </a:endParaRPr>
          </a:p>
        </p:txBody>
      </p:sp>
      <p:grpSp>
        <p:nvGrpSpPr>
          <p:cNvPr id="453" name="Google Shape;453;p10"/>
          <p:cNvGrpSpPr/>
          <p:nvPr/>
        </p:nvGrpSpPr>
        <p:grpSpPr>
          <a:xfrm>
            <a:off x="10523556" y="4249768"/>
            <a:ext cx="568376" cy="568376"/>
            <a:chOff x="969134" y="4249768"/>
            <a:chExt cx="446149" cy="446149"/>
          </a:xfrm>
        </p:grpSpPr>
        <p:sp>
          <p:nvSpPr>
            <p:cNvPr id="454" name="Google Shape;454;p10"/>
            <p:cNvSpPr/>
            <p:nvPr/>
          </p:nvSpPr>
          <p:spPr>
            <a:xfrm>
              <a:off x="969134" y="4249768"/>
              <a:ext cx="446149" cy="446149"/>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455" name="Google Shape;455;p10"/>
            <p:cNvSpPr/>
            <p:nvPr/>
          </p:nvSpPr>
          <p:spPr>
            <a:xfrm>
              <a:off x="1101086" y="4346251"/>
              <a:ext cx="182243" cy="253182"/>
            </a:xfrm>
            <a:custGeom>
              <a:rect b="b" l="l" r="r" t="t"/>
              <a:pathLst>
                <a:path extrusionOk="0" h="560125" w="403184">
                  <a:moveTo>
                    <a:pt x="6479" y="294415"/>
                  </a:moveTo>
                  <a:lnTo>
                    <a:pt x="255368" y="6950"/>
                  </a:lnTo>
                  <a:cubicBezTo>
                    <a:pt x="263759" y="-2480"/>
                    <a:pt x="278209" y="-3318"/>
                    <a:pt x="287638" y="5083"/>
                  </a:cubicBezTo>
                  <a:cubicBezTo>
                    <a:pt x="293125" y="9960"/>
                    <a:pt x="295925" y="17170"/>
                    <a:pt x="295182" y="24476"/>
                  </a:cubicBezTo>
                  <a:lnTo>
                    <a:pt x="269179" y="182687"/>
                  </a:lnTo>
                  <a:cubicBezTo>
                    <a:pt x="268208" y="192592"/>
                    <a:pt x="273751" y="201993"/>
                    <a:pt x="282895" y="205928"/>
                  </a:cubicBezTo>
                  <a:lnTo>
                    <a:pt x="389956" y="252028"/>
                  </a:lnTo>
                  <a:cubicBezTo>
                    <a:pt x="401576" y="256972"/>
                    <a:pt x="406977" y="270402"/>
                    <a:pt x="402034" y="282013"/>
                  </a:cubicBezTo>
                  <a:cubicBezTo>
                    <a:pt x="401005" y="284442"/>
                    <a:pt x="399557" y="286671"/>
                    <a:pt x="397767" y="288604"/>
                  </a:cubicBezTo>
                  <a:lnTo>
                    <a:pt x="155260" y="552066"/>
                  </a:lnTo>
                  <a:cubicBezTo>
                    <a:pt x="146640" y="561362"/>
                    <a:pt x="132114" y="561915"/>
                    <a:pt x="122818" y="553304"/>
                  </a:cubicBezTo>
                  <a:cubicBezTo>
                    <a:pt x="117417" y="548294"/>
                    <a:pt x="114741" y="540998"/>
                    <a:pt x="115636" y="533683"/>
                  </a:cubicBezTo>
                  <a:lnTo>
                    <a:pt x="132876" y="396713"/>
                  </a:lnTo>
                  <a:cubicBezTo>
                    <a:pt x="134124" y="386379"/>
                    <a:pt x="128323" y="376472"/>
                    <a:pt x="118684" y="372520"/>
                  </a:cubicBezTo>
                  <a:lnTo>
                    <a:pt x="15433" y="330991"/>
                  </a:lnTo>
                  <a:cubicBezTo>
                    <a:pt x="3631" y="326504"/>
                    <a:pt x="-2303" y="313302"/>
                    <a:pt x="2174" y="301501"/>
                  </a:cubicBezTo>
                  <a:cubicBezTo>
                    <a:pt x="3164" y="298901"/>
                    <a:pt x="4622" y="296500"/>
                    <a:pt x="6479" y="29441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pic>
        <p:nvPicPr>
          <p:cNvPr id="456" name="Google Shape;456;p10"/>
          <p:cNvPicPr preferRelativeResize="0"/>
          <p:nvPr/>
        </p:nvPicPr>
        <p:blipFill rotWithShape="1">
          <a:blip r:embed="rId3">
            <a:alphaModFix/>
          </a:blip>
          <a:srcRect b="5377" l="17046" r="14570" t="4716"/>
          <a:stretch/>
        </p:blipFill>
        <p:spPr>
          <a:xfrm>
            <a:off x="2167229" y="4293292"/>
            <a:ext cx="1430496" cy="1880702"/>
          </a:xfrm>
          <a:custGeom>
            <a:rect b="b" l="l" r="r" t="t"/>
            <a:pathLst>
              <a:path extrusionOk="0" h="1880702" w="1430496">
                <a:moveTo>
                  <a:pt x="20337" y="0"/>
                </a:moveTo>
                <a:lnTo>
                  <a:pt x="1410158" y="0"/>
                </a:lnTo>
                <a:cubicBezTo>
                  <a:pt x="1421390" y="0"/>
                  <a:pt x="1430496" y="9106"/>
                  <a:pt x="1430496" y="20337"/>
                </a:cubicBezTo>
                <a:lnTo>
                  <a:pt x="1430496" y="1202004"/>
                </a:lnTo>
                <a:cubicBezTo>
                  <a:pt x="1430496" y="1576841"/>
                  <a:pt x="1126634" y="1880698"/>
                  <a:pt x="751801" y="1880698"/>
                </a:cubicBezTo>
                <a:lnTo>
                  <a:pt x="20736" y="1880698"/>
                </a:lnTo>
                <a:cubicBezTo>
                  <a:pt x="9554" y="1880924"/>
                  <a:pt x="290" y="1872072"/>
                  <a:pt x="0" y="1860893"/>
                </a:cubicBezTo>
                <a:lnTo>
                  <a:pt x="0" y="20337"/>
                </a:lnTo>
                <a:cubicBezTo>
                  <a:pt x="0" y="9106"/>
                  <a:pt x="9106" y="0"/>
                  <a:pt x="20337" y="0"/>
                </a:cubicBezTo>
                <a:close/>
              </a:path>
            </a:pathLst>
          </a:custGeom>
          <a:noFill/>
          <a:ln>
            <a:noFill/>
          </a:ln>
        </p:spPr>
      </p:pic>
      <p:sp>
        <p:nvSpPr>
          <p:cNvPr id="457" name="Google Shape;457;p10"/>
          <p:cNvSpPr/>
          <p:nvPr/>
        </p:nvSpPr>
        <p:spPr>
          <a:xfrm>
            <a:off x="1428263" y="1954052"/>
            <a:ext cx="1401000" cy="1401000"/>
          </a:xfrm>
          <a:prstGeom prst="blockArc">
            <a:avLst>
              <a:gd fmla="val 16271293" name="adj1"/>
              <a:gd fmla="val 10291322" name="adj2"/>
              <a:gd fmla="val 17793" name="adj3"/>
            </a:avLst>
          </a:prstGeom>
          <a:solidFill>
            <a:schemeClr val="accent3"/>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10"/>
          <p:cNvSpPr/>
          <p:nvPr/>
        </p:nvSpPr>
        <p:spPr>
          <a:xfrm>
            <a:off x="6311913" y="1936252"/>
            <a:ext cx="1401000" cy="1401000"/>
          </a:xfrm>
          <a:prstGeom prst="blockArc">
            <a:avLst>
              <a:gd fmla="val 6278114" name="adj1"/>
              <a:gd fmla="val 16234611" name="adj2"/>
              <a:gd fmla="val 16412" name="adj3"/>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10"/>
          <p:cNvSpPr/>
          <p:nvPr/>
        </p:nvSpPr>
        <p:spPr>
          <a:xfrm>
            <a:off x="1428263" y="1954040"/>
            <a:ext cx="1401000" cy="1401000"/>
          </a:xfrm>
          <a:prstGeom prst="blockArc">
            <a:avLst>
              <a:gd fmla="val 10279245" name="adj1"/>
              <a:gd fmla="val 16234611" name="adj2"/>
              <a:gd fmla="val 16412" name="adj3"/>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10"/>
          <p:cNvSpPr/>
          <p:nvPr/>
        </p:nvSpPr>
        <p:spPr>
          <a:xfrm>
            <a:off x="6311913" y="1936265"/>
            <a:ext cx="1401000" cy="1401000"/>
          </a:xfrm>
          <a:prstGeom prst="blockArc">
            <a:avLst>
              <a:gd fmla="val 16271293" name="adj1"/>
              <a:gd fmla="val 6254591" name="adj2"/>
              <a:gd fmla="val 18055" name="adj3"/>
            </a:avLst>
          </a:prstGeom>
          <a:solidFill>
            <a:schemeClr val="accent3"/>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11"/>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466" name="Google Shape;466;p11"/>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467" name="Google Shape;467;p11"/>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468" name="Google Shape;468;p11"/>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469" name="Google Shape;469;p11"/>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470" name="Google Shape;470;p11"/>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471" name="Google Shape;471;p11"/>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472" name="Google Shape;472;p11"/>
          <p:cNvGrpSpPr/>
          <p:nvPr/>
        </p:nvGrpSpPr>
        <p:grpSpPr>
          <a:xfrm>
            <a:off x="6997702" y="669152"/>
            <a:ext cx="95248" cy="68286"/>
            <a:chOff x="3790" y="2022"/>
            <a:chExt cx="282" cy="150"/>
          </a:xfrm>
        </p:grpSpPr>
        <p:cxnSp>
          <p:nvCxnSpPr>
            <p:cNvPr id="473" name="Google Shape;473;p11"/>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474" name="Google Shape;474;p11"/>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475" name="Google Shape;475;p11"/>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476" name="Google Shape;476;p11"/>
          <p:cNvSpPr txBox="1"/>
          <p:nvPr/>
        </p:nvSpPr>
        <p:spPr>
          <a:xfrm>
            <a:off x="6745399" y="1414848"/>
            <a:ext cx="5064512" cy="144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Poppins Medium"/>
                <a:ea typeface="Poppins Medium"/>
                <a:cs typeface="Poppins Medium"/>
                <a:sym typeface="Poppins Medium"/>
              </a:rPr>
              <a:t>Our Key Advantages.</a:t>
            </a:r>
            <a:endParaRPr b="0" i="0" sz="1400" u="none" cap="none" strike="noStrike">
              <a:solidFill>
                <a:srgbClr val="000000"/>
              </a:solidFill>
              <a:latin typeface="Arial"/>
              <a:ea typeface="Arial"/>
              <a:cs typeface="Arial"/>
              <a:sym typeface="Arial"/>
            </a:endParaRPr>
          </a:p>
        </p:txBody>
      </p:sp>
      <p:sp>
        <p:nvSpPr>
          <p:cNvPr id="477" name="Google Shape;477;p11"/>
          <p:cNvSpPr txBox="1"/>
          <p:nvPr/>
        </p:nvSpPr>
        <p:spPr>
          <a:xfrm>
            <a:off x="952501" y="1475760"/>
            <a:ext cx="373604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Cutting-Edge Technology</a:t>
            </a:r>
            <a:endParaRPr b="0" i="0" sz="1400" u="none" cap="none" strike="noStrike">
              <a:solidFill>
                <a:srgbClr val="000000"/>
              </a:solidFill>
              <a:latin typeface="Arial"/>
              <a:ea typeface="Arial"/>
              <a:cs typeface="Arial"/>
              <a:sym typeface="Arial"/>
            </a:endParaRPr>
          </a:p>
        </p:txBody>
      </p:sp>
      <p:sp>
        <p:nvSpPr>
          <p:cNvPr id="478" name="Google Shape;478;p11"/>
          <p:cNvSpPr txBox="1"/>
          <p:nvPr/>
        </p:nvSpPr>
        <p:spPr>
          <a:xfrm>
            <a:off x="952500" y="1917611"/>
            <a:ext cx="3096204"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Even the all-powerful Pointing has no control about the blind texts.</a:t>
            </a:r>
            <a:endParaRPr b="1" i="0" sz="1200" u="none" cap="none" strike="noStrike">
              <a:solidFill>
                <a:schemeClr val="dk1"/>
              </a:solidFill>
              <a:latin typeface="Poppins"/>
              <a:ea typeface="Poppins"/>
              <a:cs typeface="Poppins"/>
              <a:sym typeface="Poppins"/>
            </a:endParaRPr>
          </a:p>
        </p:txBody>
      </p:sp>
      <p:cxnSp>
        <p:nvCxnSpPr>
          <p:cNvPr id="479" name="Google Shape;479;p11"/>
          <p:cNvCxnSpPr/>
          <p:nvPr/>
        </p:nvCxnSpPr>
        <p:spPr>
          <a:xfrm>
            <a:off x="1066855" y="2727087"/>
            <a:ext cx="3736046" cy="0"/>
          </a:xfrm>
          <a:prstGeom prst="straightConnector1">
            <a:avLst/>
          </a:prstGeom>
          <a:noFill/>
          <a:ln cap="flat" cmpd="sng" w="19050">
            <a:solidFill>
              <a:schemeClr val="accent3"/>
            </a:solidFill>
            <a:prstDash val="solid"/>
            <a:miter lim="800000"/>
            <a:headEnd len="sm" w="sm" type="none"/>
            <a:tailEnd len="sm" w="sm" type="none"/>
          </a:ln>
        </p:spPr>
      </p:cxnSp>
      <p:sp>
        <p:nvSpPr>
          <p:cNvPr id="480" name="Google Shape;480;p11"/>
          <p:cNvSpPr txBox="1"/>
          <p:nvPr/>
        </p:nvSpPr>
        <p:spPr>
          <a:xfrm>
            <a:off x="952502" y="3053733"/>
            <a:ext cx="285490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Tailored Solutions</a:t>
            </a:r>
            <a:endParaRPr b="0" i="0" sz="1400" u="none" cap="none" strike="noStrike">
              <a:solidFill>
                <a:srgbClr val="000000"/>
              </a:solidFill>
              <a:latin typeface="Arial"/>
              <a:ea typeface="Arial"/>
              <a:cs typeface="Arial"/>
              <a:sym typeface="Arial"/>
            </a:endParaRPr>
          </a:p>
        </p:txBody>
      </p:sp>
      <p:sp>
        <p:nvSpPr>
          <p:cNvPr id="481" name="Google Shape;481;p11"/>
          <p:cNvSpPr txBox="1"/>
          <p:nvPr/>
        </p:nvSpPr>
        <p:spPr>
          <a:xfrm>
            <a:off x="952500" y="3495584"/>
            <a:ext cx="3096204"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Even the all-powerful Pointing has no control about the blind texts.</a:t>
            </a:r>
            <a:endParaRPr b="1" i="0" sz="1200" u="none" cap="none" strike="noStrike">
              <a:solidFill>
                <a:schemeClr val="dk1"/>
              </a:solidFill>
              <a:latin typeface="Poppins"/>
              <a:ea typeface="Poppins"/>
              <a:cs typeface="Poppins"/>
              <a:sym typeface="Poppins"/>
            </a:endParaRPr>
          </a:p>
        </p:txBody>
      </p:sp>
      <p:sp>
        <p:nvSpPr>
          <p:cNvPr id="482" name="Google Shape;482;p11"/>
          <p:cNvSpPr txBox="1"/>
          <p:nvPr/>
        </p:nvSpPr>
        <p:spPr>
          <a:xfrm>
            <a:off x="6745399" y="2935238"/>
            <a:ext cx="4135306" cy="70814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Unlocking Success Through Our Distinctive Strengths That Set You Apart.</a:t>
            </a:r>
            <a:endParaRPr b="0" i="0" sz="1400" u="none" cap="none" strike="noStrike">
              <a:solidFill>
                <a:srgbClr val="000000"/>
              </a:solidFill>
              <a:latin typeface="Arial"/>
              <a:ea typeface="Arial"/>
              <a:cs typeface="Arial"/>
              <a:sym typeface="Arial"/>
            </a:endParaRPr>
          </a:p>
        </p:txBody>
      </p:sp>
      <p:grpSp>
        <p:nvGrpSpPr>
          <p:cNvPr id="483" name="Google Shape;483;p11"/>
          <p:cNvGrpSpPr/>
          <p:nvPr/>
        </p:nvGrpSpPr>
        <p:grpSpPr>
          <a:xfrm>
            <a:off x="1062242" y="4481353"/>
            <a:ext cx="448594" cy="448594"/>
            <a:chOff x="969134" y="4249768"/>
            <a:chExt cx="446149" cy="446149"/>
          </a:xfrm>
        </p:grpSpPr>
        <p:sp>
          <p:nvSpPr>
            <p:cNvPr id="484" name="Google Shape;484;p11"/>
            <p:cNvSpPr/>
            <p:nvPr/>
          </p:nvSpPr>
          <p:spPr>
            <a:xfrm>
              <a:off x="969134" y="4249768"/>
              <a:ext cx="446149" cy="446149"/>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485" name="Google Shape;485;p11"/>
            <p:cNvSpPr/>
            <p:nvPr/>
          </p:nvSpPr>
          <p:spPr>
            <a:xfrm>
              <a:off x="1101086" y="4346251"/>
              <a:ext cx="182243" cy="253182"/>
            </a:xfrm>
            <a:custGeom>
              <a:rect b="b" l="l" r="r" t="t"/>
              <a:pathLst>
                <a:path extrusionOk="0" h="560125" w="403184">
                  <a:moveTo>
                    <a:pt x="6479" y="294415"/>
                  </a:moveTo>
                  <a:lnTo>
                    <a:pt x="255368" y="6950"/>
                  </a:lnTo>
                  <a:cubicBezTo>
                    <a:pt x="263759" y="-2480"/>
                    <a:pt x="278209" y="-3318"/>
                    <a:pt x="287638" y="5083"/>
                  </a:cubicBezTo>
                  <a:cubicBezTo>
                    <a:pt x="293125" y="9960"/>
                    <a:pt x="295925" y="17170"/>
                    <a:pt x="295182" y="24476"/>
                  </a:cubicBezTo>
                  <a:lnTo>
                    <a:pt x="269179" y="182687"/>
                  </a:lnTo>
                  <a:cubicBezTo>
                    <a:pt x="268208" y="192592"/>
                    <a:pt x="273751" y="201993"/>
                    <a:pt x="282895" y="205928"/>
                  </a:cubicBezTo>
                  <a:lnTo>
                    <a:pt x="389956" y="252028"/>
                  </a:lnTo>
                  <a:cubicBezTo>
                    <a:pt x="401576" y="256972"/>
                    <a:pt x="406977" y="270402"/>
                    <a:pt x="402034" y="282013"/>
                  </a:cubicBezTo>
                  <a:cubicBezTo>
                    <a:pt x="401005" y="284442"/>
                    <a:pt x="399557" y="286671"/>
                    <a:pt x="397767" y="288604"/>
                  </a:cubicBezTo>
                  <a:lnTo>
                    <a:pt x="155260" y="552066"/>
                  </a:lnTo>
                  <a:cubicBezTo>
                    <a:pt x="146640" y="561362"/>
                    <a:pt x="132114" y="561915"/>
                    <a:pt x="122818" y="553304"/>
                  </a:cubicBezTo>
                  <a:cubicBezTo>
                    <a:pt x="117417" y="548294"/>
                    <a:pt x="114741" y="540998"/>
                    <a:pt x="115636" y="533683"/>
                  </a:cubicBezTo>
                  <a:lnTo>
                    <a:pt x="132876" y="396713"/>
                  </a:lnTo>
                  <a:cubicBezTo>
                    <a:pt x="134124" y="386379"/>
                    <a:pt x="128323" y="376472"/>
                    <a:pt x="118684" y="372520"/>
                  </a:cubicBezTo>
                  <a:lnTo>
                    <a:pt x="15433" y="330991"/>
                  </a:lnTo>
                  <a:cubicBezTo>
                    <a:pt x="3631" y="326504"/>
                    <a:pt x="-2303" y="313302"/>
                    <a:pt x="2174" y="301501"/>
                  </a:cubicBezTo>
                  <a:cubicBezTo>
                    <a:pt x="3164" y="298901"/>
                    <a:pt x="4622" y="296500"/>
                    <a:pt x="6479" y="29441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grpSp>
        <p:nvGrpSpPr>
          <p:cNvPr id="486" name="Google Shape;486;p11"/>
          <p:cNvGrpSpPr/>
          <p:nvPr/>
        </p:nvGrpSpPr>
        <p:grpSpPr>
          <a:xfrm flipH="1">
            <a:off x="4880387" y="4192111"/>
            <a:ext cx="2081318" cy="1870536"/>
            <a:chOff x="5857493" y="3214687"/>
            <a:chExt cx="478726" cy="430244"/>
          </a:xfrm>
        </p:grpSpPr>
        <p:sp>
          <p:nvSpPr>
            <p:cNvPr id="487" name="Google Shape;487;p11"/>
            <p:cNvSpPr/>
            <p:nvPr/>
          </p:nvSpPr>
          <p:spPr>
            <a:xfrm>
              <a:off x="5857874" y="3214687"/>
              <a:ext cx="9525" cy="430244"/>
            </a:xfrm>
            <a:custGeom>
              <a:rect b="b" l="l" r="r" t="t"/>
              <a:pathLst>
                <a:path extrusionOk="0" h="430244" w="9525">
                  <a:moveTo>
                    <a:pt x="0" y="0"/>
                  </a:moveTo>
                  <a:lnTo>
                    <a:pt x="0" y="430244"/>
                  </a:lnTo>
                </a:path>
              </a:pathLst>
            </a:custGeom>
            <a:noFill/>
            <a:ln cap="flat" cmpd="sng" w="19050">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88" name="Google Shape;488;p11"/>
            <p:cNvSpPr/>
            <p:nvPr/>
          </p:nvSpPr>
          <p:spPr>
            <a:xfrm>
              <a:off x="5857493" y="3402139"/>
              <a:ext cx="478726" cy="55340"/>
            </a:xfrm>
            <a:custGeom>
              <a:rect b="b" l="l" r="r" t="t"/>
              <a:pathLst>
                <a:path extrusionOk="0" h="55340" w="478726">
                  <a:moveTo>
                    <a:pt x="597" y="-624"/>
                  </a:moveTo>
                  <a:cubicBezTo>
                    <a:pt x="8112" y="9197"/>
                    <a:pt x="18599" y="16312"/>
                    <a:pt x="30506" y="19665"/>
                  </a:cubicBezTo>
                  <a:cubicBezTo>
                    <a:pt x="40383" y="21579"/>
                    <a:pt x="50460" y="22313"/>
                    <a:pt x="60509" y="21855"/>
                  </a:cubicBezTo>
                  <a:lnTo>
                    <a:pt x="120326" y="22808"/>
                  </a:lnTo>
                  <a:lnTo>
                    <a:pt x="239960" y="23951"/>
                  </a:lnTo>
                  <a:lnTo>
                    <a:pt x="359309" y="23951"/>
                  </a:lnTo>
                  <a:cubicBezTo>
                    <a:pt x="399123" y="23951"/>
                    <a:pt x="439033" y="23380"/>
                    <a:pt x="478943" y="22236"/>
                  </a:cubicBezTo>
                  <a:lnTo>
                    <a:pt x="478943" y="31761"/>
                  </a:lnTo>
                  <a:cubicBezTo>
                    <a:pt x="439033" y="30713"/>
                    <a:pt x="399123" y="30523"/>
                    <a:pt x="359309" y="30047"/>
                  </a:cubicBezTo>
                  <a:lnTo>
                    <a:pt x="239579" y="30047"/>
                  </a:lnTo>
                  <a:lnTo>
                    <a:pt x="119945" y="31285"/>
                  </a:lnTo>
                  <a:lnTo>
                    <a:pt x="60128" y="32238"/>
                  </a:lnTo>
                  <a:cubicBezTo>
                    <a:pt x="50080" y="31733"/>
                    <a:pt x="40002" y="32466"/>
                    <a:pt x="30125" y="34428"/>
                  </a:cubicBezTo>
                  <a:cubicBezTo>
                    <a:pt x="18218" y="37781"/>
                    <a:pt x="7731" y="44896"/>
                    <a:pt x="216" y="5471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grpSp>
        <p:nvGrpSpPr>
          <p:cNvPr id="489" name="Google Shape;489;p11"/>
          <p:cNvGrpSpPr/>
          <p:nvPr/>
        </p:nvGrpSpPr>
        <p:grpSpPr>
          <a:xfrm>
            <a:off x="1838517" y="4457343"/>
            <a:ext cx="4465737" cy="1700892"/>
            <a:chOff x="879098" y="3672466"/>
            <a:chExt cx="5844773" cy="2334634"/>
          </a:xfrm>
        </p:grpSpPr>
        <p:sp>
          <p:nvSpPr>
            <p:cNvPr id="490" name="Google Shape;490;p11"/>
            <p:cNvSpPr/>
            <p:nvPr/>
          </p:nvSpPr>
          <p:spPr>
            <a:xfrm>
              <a:off x="952500" y="3774444"/>
              <a:ext cx="5771371" cy="2232656"/>
            </a:xfrm>
            <a:prstGeom prst="roundRect">
              <a:avLst>
                <a:gd fmla="val 4987"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491" name="Google Shape;491;p11"/>
            <p:cNvSpPr/>
            <p:nvPr/>
          </p:nvSpPr>
          <p:spPr>
            <a:xfrm>
              <a:off x="879098" y="3672466"/>
              <a:ext cx="5771371" cy="2232656"/>
            </a:xfrm>
            <a:prstGeom prst="roundRect">
              <a:avLst>
                <a:gd fmla="val 4987"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492" name="Google Shape;492;p11"/>
          <p:cNvSpPr/>
          <p:nvPr/>
        </p:nvSpPr>
        <p:spPr>
          <a:xfrm>
            <a:off x="2066192" y="4727269"/>
            <a:ext cx="256031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Poppins"/>
                <a:ea typeface="Poppins"/>
                <a:cs typeface="Poppins"/>
                <a:sym typeface="Poppins"/>
              </a:rPr>
              <a:t>Enhanced Security</a:t>
            </a:r>
            <a:endParaRPr b="0" i="0" sz="1400" u="none" cap="none" strike="noStrike">
              <a:solidFill>
                <a:srgbClr val="000000"/>
              </a:solidFill>
              <a:latin typeface="Arial"/>
              <a:ea typeface="Arial"/>
              <a:cs typeface="Arial"/>
              <a:sym typeface="Arial"/>
            </a:endParaRPr>
          </a:p>
        </p:txBody>
      </p:sp>
      <p:sp>
        <p:nvSpPr>
          <p:cNvPr id="493" name="Google Shape;493;p11"/>
          <p:cNvSpPr/>
          <p:nvPr/>
        </p:nvSpPr>
        <p:spPr>
          <a:xfrm>
            <a:off x="2066193" y="5200453"/>
            <a:ext cx="3422310"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lt1"/>
                </a:solidFill>
                <a:latin typeface="Poppins"/>
                <a:ea typeface="Poppins"/>
                <a:cs typeface="Poppins"/>
                <a:sym typeface="Poppins"/>
              </a:rPr>
              <a:t>When she reached the first hills of the Italic Mountains, she had a last view back.</a:t>
            </a:r>
            <a:endParaRPr b="0" i="0" sz="1400" u="none" cap="none" strike="noStrike">
              <a:solidFill>
                <a:srgbClr val="000000"/>
              </a:solidFill>
              <a:latin typeface="Arial"/>
              <a:ea typeface="Arial"/>
              <a:cs typeface="Arial"/>
              <a:sym typeface="Arial"/>
            </a:endParaRPr>
          </a:p>
        </p:txBody>
      </p:sp>
      <p:pic>
        <p:nvPicPr>
          <p:cNvPr id="494" name="Google Shape;494;p11"/>
          <p:cNvPicPr preferRelativeResize="0"/>
          <p:nvPr/>
        </p:nvPicPr>
        <p:blipFill rotWithShape="1">
          <a:blip r:embed="rId3">
            <a:alphaModFix/>
          </a:blip>
          <a:srcRect b="25670" l="7526" r="8517" t="25786"/>
          <a:stretch/>
        </p:blipFill>
        <p:spPr>
          <a:xfrm>
            <a:off x="7361290" y="3969795"/>
            <a:ext cx="3792780" cy="2192954"/>
          </a:xfrm>
          <a:custGeom>
            <a:rect b="b" l="l" r="r" t="t"/>
            <a:pathLst>
              <a:path extrusionOk="0" h="2192954" w="3792780">
                <a:moveTo>
                  <a:pt x="23606" y="0"/>
                </a:moveTo>
                <a:lnTo>
                  <a:pt x="3769581" y="0"/>
                </a:lnTo>
                <a:cubicBezTo>
                  <a:pt x="3782452" y="220"/>
                  <a:pt x="3792780" y="10724"/>
                  <a:pt x="3792780" y="23604"/>
                </a:cubicBezTo>
                <a:lnTo>
                  <a:pt x="3792780" y="1401514"/>
                </a:lnTo>
                <a:cubicBezTo>
                  <a:pt x="3792903" y="1838424"/>
                  <a:pt x="3438861" y="2192732"/>
                  <a:pt x="3001945" y="2192954"/>
                </a:cubicBezTo>
                <a:lnTo>
                  <a:pt x="23606" y="2192954"/>
                </a:lnTo>
                <a:cubicBezTo>
                  <a:pt x="10569" y="2192954"/>
                  <a:pt x="0" y="2182381"/>
                  <a:pt x="0" y="2169349"/>
                </a:cubicBezTo>
                <a:cubicBezTo>
                  <a:pt x="0" y="2169289"/>
                  <a:pt x="0" y="2169209"/>
                  <a:pt x="0" y="2169147"/>
                </a:cubicBezTo>
                <a:lnTo>
                  <a:pt x="0" y="23604"/>
                </a:lnTo>
                <a:cubicBezTo>
                  <a:pt x="0" y="10567"/>
                  <a:pt x="10569" y="0"/>
                  <a:pt x="23606" y="0"/>
                </a:cubicBezTo>
                <a:close/>
              </a:path>
            </a:pathLst>
          </a:cu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13"/>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500" name="Google Shape;500;p13"/>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01" name="Google Shape;501;p13"/>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02" name="Google Shape;502;p13"/>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503" name="Google Shape;503;p13"/>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504" name="Google Shape;504;p13"/>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505" name="Google Shape;505;p13"/>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506" name="Google Shape;506;p13"/>
          <p:cNvGrpSpPr/>
          <p:nvPr/>
        </p:nvGrpSpPr>
        <p:grpSpPr>
          <a:xfrm>
            <a:off x="6997702" y="669152"/>
            <a:ext cx="95248" cy="68286"/>
            <a:chOff x="3790" y="2022"/>
            <a:chExt cx="282" cy="150"/>
          </a:xfrm>
        </p:grpSpPr>
        <p:cxnSp>
          <p:nvCxnSpPr>
            <p:cNvPr id="507" name="Google Shape;507;p13"/>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508" name="Google Shape;508;p13"/>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509" name="Google Shape;509;p13"/>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510" name="Google Shape;510;p13"/>
          <p:cNvSpPr/>
          <p:nvPr/>
        </p:nvSpPr>
        <p:spPr>
          <a:xfrm>
            <a:off x="-53271" y="2711428"/>
            <a:ext cx="9086300" cy="1659931"/>
          </a:xfrm>
          <a:custGeom>
            <a:rect b="b" l="l" r="r" t="t"/>
            <a:pathLst>
              <a:path extrusionOk="0" h="656652" w="3594449">
                <a:moveTo>
                  <a:pt x="147" y="654975"/>
                </a:moveTo>
                <a:lnTo>
                  <a:pt x="367621" y="654975"/>
                </a:lnTo>
                <a:cubicBezTo>
                  <a:pt x="405616" y="654975"/>
                  <a:pt x="436430" y="624209"/>
                  <a:pt x="436487" y="586205"/>
                </a:cubicBezTo>
                <a:lnTo>
                  <a:pt x="436487" y="67188"/>
                </a:lnTo>
                <a:cubicBezTo>
                  <a:pt x="436487" y="29183"/>
                  <a:pt x="467261" y="-1583"/>
                  <a:pt x="505257" y="-1678"/>
                </a:cubicBezTo>
                <a:lnTo>
                  <a:pt x="3594596" y="-1678"/>
                </a:lnTo>
              </a:path>
            </a:pathLst>
          </a:custGeom>
          <a:noFill/>
          <a:ln cap="flat" cmpd="sng" w="19050">
            <a:solidFill>
              <a:srgbClr val="12113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511" name="Google Shape;511;p13"/>
          <p:cNvSpPr/>
          <p:nvPr/>
        </p:nvSpPr>
        <p:spPr>
          <a:xfrm>
            <a:off x="1743954" y="2645538"/>
            <a:ext cx="116681" cy="116681"/>
          </a:xfrm>
          <a:prstGeom prst="ellipse">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12" name="Google Shape;512;p13"/>
          <p:cNvSpPr/>
          <p:nvPr/>
        </p:nvSpPr>
        <p:spPr>
          <a:xfrm>
            <a:off x="8367502" y="2653088"/>
            <a:ext cx="116681" cy="116681"/>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13" name="Google Shape;513;p13"/>
          <p:cNvSpPr txBox="1"/>
          <p:nvPr/>
        </p:nvSpPr>
        <p:spPr>
          <a:xfrm>
            <a:off x="1571724" y="3076513"/>
            <a:ext cx="373604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Expansion and Growth</a:t>
            </a:r>
            <a:endParaRPr b="0" i="0" sz="2000" u="none" cap="none" strike="noStrike">
              <a:solidFill>
                <a:schemeClr val="dk1"/>
              </a:solidFill>
              <a:latin typeface="Poppins"/>
              <a:ea typeface="Poppins"/>
              <a:cs typeface="Poppins"/>
              <a:sym typeface="Poppins"/>
            </a:endParaRPr>
          </a:p>
        </p:txBody>
      </p:sp>
      <p:sp>
        <p:nvSpPr>
          <p:cNvPr id="514" name="Google Shape;514;p13"/>
          <p:cNvSpPr txBox="1"/>
          <p:nvPr/>
        </p:nvSpPr>
        <p:spPr>
          <a:xfrm>
            <a:off x="1571722" y="3518364"/>
            <a:ext cx="3406677"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A small river named Duden flows by their place and supplies with necessary.</a:t>
            </a:r>
            <a:endParaRPr b="0" i="0" sz="1200" u="none" cap="none" strike="noStrike">
              <a:solidFill>
                <a:schemeClr val="dk1"/>
              </a:solidFill>
              <a:latin typeface="Poppins"/>
              <a:ea typeface="Poppins"/>
              <a:cs typeface="Poppins"/>
              <a:sym typeface="Poppins"/>
            </a:endParaRPr>
          </a:p>
        </p:txBody>
      </p:sp>
      <p:sp>
        <p:nvSpPr>
          <p:cNvPr id="515" name="Google Shape;515;p13"/>
          <p:cNvSpPr txBox="1"/>
          <p:nvPr/>
        </p:nvSpPr>
        <p:spPr>
          <a:xfrm>
            <a:off x="8251925" y="3076513"/>
            <a:ext cx="373604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Future Directions</a:t>
            </a:r>
            <a:endParaRPr b="0" i="0" sz="2000" u="none" cap="none" strike="noStrike">
              <a:solidFill>
                <a:schemeClr val="dk1"/>
              </a:solidFill>
              <a:latin typeface="Poppins"/>
              <a:ea typeface="Poppins"/>
              <a:cs typeface="Poppins"/>
              <a:sym typeface="Poppins"/>
            </a:endParaRPr>
          </a:p>
        </p:txBody>
      </p:sp>
      <p:sp>
        <p:nvSpPr>
          <p:cNvPr id="516" name="Google Shape;516;p13"/>
          <p:cNvSpPr txBox="1"/>
          <p:nvPr/>
        </p:nvSpPr>
        <p:spPr>
          <a:xfrm>
            <a:off x="8251923" y="3518364"/>
            <a:ext cx="3406677"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A small river named Duden flows by their place and supplies with necessary.</a:t>
            </a:r>
            <a:endParaRPr b="0" i="0" sz="1200" u="none" cap="none" strike="noStrike">
              <a:solidFill>
                <a:schemeClr val="dk1"/>
              </a:solidFill>
              <a:latin typeface="Poppins"/>
              <a:ea typeface="Poppins"/>
              <a:cs typeface="Poppins"/>
              <a:sym typeface="Poppins"/>
            </a:endParaRPr>
          </a:p>
        </p:txBody>
      </p:sp>
      <p:grpSp>
        <p:nvGrpSpPr>
          <p:cNvPr id="517" name="Google Shape;517;p13"/>
          <p:cNvGrpSpPr/>
          <p:nvPr/>
        </p:nvGrpSpPr>
        <p:grpSpPr>
          <a:xfrm rot="889309">
            <a:off x="10501040" y="4925027"/>
            <a:ext cx="783882" cy="783882"/>
            <a:chOff x="969134" y="4249768"/>
            <a:chExt cx="446149" cy="446149"/>
          </a:xfrm>
        </p:grpSpPr>
        <p:sp>
          <p:nvSpPr>
            <p:cNvPr id="518" name="Google Shape;518;p13"/>
            <p:cNvSpPr/>
            <p:nvPr/>
          </p:nvSpPr>
          <p:spPr>
            <a:xfrm>
              <a:off x="969134" y="4249768"/>
              <a:ext cx="446149" cy="446149"/>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19" name="Google Shape;519;p13"/>
            <p:cNvSpPr/>
            <p:nvPr/>
          </p:nvSpPr>
          <p:spPr>
            <a:xfrm>
              <a:off x="1101086" y="4346251"/>
              <a:ext cx="182243" cy="253182"/>
            </a:xfrm>
            <a:custGeom>
              <a:rect b="b" l="l" r="r" t="t"/>
              <a:pathLst>
                <a:path extrusionOk="0" h="560125" w="403184">
                  <a:moveTo>
                    <a:pt x="6479" y="294415"/>
                  </a:moveTo>
                  <a:lnTo>
                    <a:pt x="255368" y="6950"/>
                  </a:lnTo>
                  <a:cubicBezTo>
                    <a:pt x="263759" y="-2480"/>
                    <a:pt x="278209" y="-3318"/>
                    <a:pt x="287638" y="5083"/>
                  </a:cubicBezTo>
                  <a:cubicBezTo>
                    <a:pt x="293125" y="9960"/>
                    <a:pt x="295925" y="17170"/>
                    <a:pt x="295182" y="24476"/>
                  </a:cubicBezTo>
                  <a:lnTo>
                    <a:pt x="269179" y="182687"/>
                  </a:lnTo>
                  <a:cubicBezTo>
                    <a:pt x="268208" y="192592"/>
                    <a:pt x="273751" y="201993"/>
                    <a:pt x="282895" y="205928"/>
                  </a:cubicBezTo>
                  <a:lnTo>
                    <a:pt x="389956" y="252028"/>
                  </a:lnTo>
                  <a:cubicBezTo>
                    <a:pt x="401576" y="256972"/>
                    <a:pt x="406977" y="270402"/>
                    <a:pt x="402034" y="282013"/>
                  </a:cubicBezTo>
                  <a:cubicBezTo>
                    <a:pt x="401005" y="284442"/>
                    <a:pt x="399557" y="286671"/>
                    <a:pt x="397767" y="288604"/>
                  </a:cubicBezTo>
                  <a:lnTo>
                    <a:pt x="155260" y="552066"/>
                  </a:lnTo>
                  <a:cubicBezTo>
                    <a:pt x="146640" y="561362"/>
                    <a:pt x="132114" y="561915"/>
                    <a:pt x="122818" y="553304"/>
                  </a:cubicBezTo>
                  <a:cubicBezTo>
                    <a:pt x="117417" y="548294"/>
                    <a:pt x="114741" y="540998"/>
                    <a:pt x="115636" y="533683"/>
                  </a:cubicBezTo>
                  <a:lnTo>
                    <a:pt x="132876" y="396713"/>
                  </a:lnTo>
                  <a:cubicBezTo>
                    <a:pt x="134124" y="386379"/>
                    <a:pt x="128323" y="376472"/>
                    <a:pt x="118684" y="372520"/>
                  </a:cubicBezTo>
                  <a:lnTo>
                    <a:pt x="15433" y="330991"/>
                  </a:lnTo>
                  <a:cubicBezTo>
                    <a:pt x="3631" y="326504"/>
                    <a:pt x="-2303" y="313302"/>
                    <a:pt x="2174" y="301501"/>
                  </a:cubicBezTo>
                  <a:cubicBezTo>
                    <a:pt x="3164" y="298901"/>
                    <a:pt x="4622" y="296500"/>
                    <a:pt x="6479" y="29441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grpSp>
        <p:nvGrpSpPr>
          <p:cNvPr id="520" name="Google Shape;520;p13"/>
          <p:cNvGrpSpPr/>
          <p:nvPr/>
        </p:nvGrpSpPr>
        <p:grpSpPr>
          <a:xfrm>
            <a:off x="1112138" y="4732829"/>
            <a:ext cx="4101221" cy="1231764"/>
            <a:chOff x="1075460" y="1242898"/>
            <a:chExt cx="4101221" cy="1120096"/>
          </a:xfrm>
        </p:grpSpPr>
        <p:sp>
          <p:nvSpPr>
            <p:cNvPr id="521" name="Google Shape;521;p13"/>
            <p:cNvSpPr/>
            <p:nvPr/>
          </p:nvSpPr>
          <p:spPr>
            <a:xfrm>
              <a:off x="1156957" y="1338357"/>
              <a:ext cx="4019724" cy="1024637"/>
            </a:xfrm>
            <a:prstGeom prst="roundRect">
              <a:avLst>
                <a:gd fmla="val 651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22" name="Google Shape;522;p13"/>
            <p:cNvSpPr/>
            <p:nvPr/>
          </p:nvSpPr>
          <p:spPr>
            <a:xfrm>
              <a:off x="1075460" y="1242898"/>
              <a:ext cx="4019724" cy="1024637"/>
            </a:xfrm>
            <a:prstGeom prst="roundRect">
              <a:avLst>
                <a:gd fmla="val 651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523" name="Google Shape;523;p13"/>
          <p:cNvSpPr txBox="1"/>
          <p:nvPr/>
        </p:nvSpPr>
        <p:spPr>
          <a:xfrm>
            <a:off x="1489560" y="5003272"/>
            <a:ext cx="1226618"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Medium"/>
                <a:ea typeface="Poppins Medium"/>
                <a:cs typeface="Poppins Medium"/>
                <a:sym typeface="Poppins Medium"/>
              </a:rPr>
              <a:t>15 Years</a:t>
            </a:r>
            <a:endParaRPr b="0" i="0" sz="2000" u="none" cap="none" strike="noStrike">
              <a:solidFill>
                <a:schemeClr val="dk1"/>
              </a:solidFill>
              <a:latin typeface="Poppins Medium"/>
              <a:ea typeface="Poppins Medium"/>
              <a:cs typeface="Poppins Medium"/>
              <a:sym typeface="Poppins Medium"/>
            </a:endParaRPr>
          </a:p>
        </p:txBody>
      </p:sp>
      <p:sp>
        <p:nvSpPr>
          <p:cNvPr id="524" name="Google Shape;524;p13"/>
          <p:cNvSpPr txBox="1"/>
          <p:nvPr/>
        </p:nvSpPr>
        <p:spPr>
          <a:xfrm>
            <a:off x="1426242" y="5369104"/>
            <a:ext cx="1353255"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Since the launch</a:t>
            </a:r>
            <a:endParaRPr b="0" i="0" sz="1400" u="none" cap="none" strike="noStrike">
              <a:solidFill>
                <a:srgbClr val="000000"/>
              </a:solidFill>
              <a:latin typeface="Arial"/>
              <a:ea typeface="Arial"/>
              <a:cs typeface="Arial"/>
              <a:sym typeface="Arial"/>
            </a:endParaRPr>
          </a:p>
        </p:txBody>
      </p:sp>
      <p:sp>
        <p:nvSpPr>
          <p:cNvPr id="525" name="Google Shape;525;p13"/>
          <p:cNvSpPr txBox="1"/>
          <p:nvPr/>
        </p:nvSpPr>
        <p:spPr>
          <a:xfrm>
            <a:off x="3241186" y="5003272"/>
            <a:ext cx="1499129"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Medium"/>
                <a:ea typeface="Poppins Medium"/>
                <a:cs typeface="Poppins Medium"/>
                <a:sym typeface="Poppins Medium"/>
              </a:rPr>
              <a:t>Over 1,000</a:t>
            </a:r>
            <a:endParaRPr b="0" i="0" sz="2000" u="none" cap="none" strike="noStrike">
              <a:solidFill>
                <a:schemeClr val="dk1"/>
              </a:solidFill>
              <a:latin typeface="Poppins Medium"/>
              <a:ea typeface="Poppins Medium"/>
              <a:cs typeface="Poppins Medium"/>
              <a:sym typeface="Poppins Medium"/>
            </a:endParaRPr>
          </a:p>
        </p:txBody>
      </p:sp>
      <p:sp>
        <p:nvSpPr>
          <p:cNvPr id="526" name="Google Shape;526;p13"/>
          <p:cNvSpPr txBox="1"/>
          <p:nvPr/>
        </p:nvSpPr>
        <p:spPr>
          <a:xfrm>
            <a:off x="3322939" y="5369104"/>
            <a:ext cx="1335622"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Medium"/>
                <a:ea typeface="Poppins Medium"/>
                <a:cs typeface="Poppins Medium"/>
                <a:sym typeface="Poppins Medium"/>
              </a:rPr>
              <a:t>Apps Developed</a:t>
            </a:r>
            <a:endParaRPr b="0" i="0" sz="1400" u="none" cap="none" strike="noStrike">
              <a:solidFill>
                <a:srgbClr val="000000"/>
              </a:solidFill>
              <a:latin typeface="Arial"/>
              <a:ea typeface="Arial"/>
              <a:cs typeface="Arial"/>
              <a:sym typeface="Arial"/>
            </a:endParaRPr>
          </a:p>
        </p:txBody>
      </p:sp>
      <p:sp>
        <p:nvSpPr>
          <p:cNvPr id="527" name="Google Shape;527;p13"/>
          <p:cNvSpPr/>
          <p:nvPr/>
        </p:nvSpPr>
        <p:spPr>
          <a:xfrm>
            <a:off x="1149980" y="1625692"/>
            <a:ext cx="227542" cy="264584"/>
          </a:xfrm>
          <a:custGeom>
            <a:rect b="b" l="l" r="r" t="t"/>
            <a:pathLst>
              <a:path extrusionOk="0" h="272" w="234">
                <a:moveTo>
                  <a:pt x="228" y="249"/>
                </a:moveTo>
                <a:cubicBezTo>
                  <a:pt x="188" y="231"/>
                  <a:pt x="150" y="207"/>
                  <a:pt x="118" y="177"/>
                </a:cubicBezTo>
                <a:cubicBezTo>
                  <a:pt x="123" y="168"/>
                  <a:pt x="129" y="159"/>
                  <a:pt x="135" y="150"/>
                </a:cubicBezTo>
                <a:cubicBezTo>
                  <a:pt x="138" y="153"/>
                  <a:pt x="142" y="157"/>
                  <a:pt x="145" y="161"/>
                </a:cubicBezTo>
                <a:cubicBezTo>
                  <a:pt x="157" y="172"/>
                  <a:pt x="170" y="183"/>
                  <a:pt x="183" y="194"/>
                </a:cubicBezTo>
                <a:cubicBezTo>
                  <a:pt x="188" y="197"/>
                  <a:pt x="193" y="198"/>
                  <a:pt x="197" y="194"/>
                </a:cubicBezTo>
                <a:cubicBezTo>
                  <a:pt x="201" y="190"/>
                  <a:pt x="202" y="183"/>
                  <a:pt x="197" y="180"/>
                </a:cubicBezTo>
                <a:cubicBezTo>
                  <a:pt x="179" y="165"/>
                  <a:pt x="162" y="149"/>
                  <a:pt x="146" y="132"/>
                </a:cubicBezTo>
                <a:cubicBezTo>
                  <a:pt x="157" y="115"/>
                  <a:pt x="168" y="98"/>
                  <a:pt x="179" y="81"/>
                </a:cubicBezTo>
                <a:cubicBezTo>
                  <a:pt x="186" y="70"/>
                  <a:pt x="168" y="60"/>
                  <a:pt x="161" y="71"/>
                </a:cubicBezTo>
                <a:cubicBezTo>
                  <a:pt x="152" y="86"/>
                  <a:pt x="142" y="101"/>
                  <a:pt x="132" y="117"/>
                </a:cubicBezTo>
                <a:cubicBezTo>
                  <a:pt x="126" y="110"/>
                  <a:pt x="121" y="103"/>
                  <a:pt x="116" y="96"/>
                </a:cubicBezTo>
                <a:cubicBezTo>
                  <a:pt x="128" y="80"/>
                  <a:pt x="140" y="64"/>
                  <a:pt x="153" y="49"/>
                </a:cubicBezTo>
                <a:cubicBezTo>
                  <a:pt x="157" y="44"/>
                  <a:pt x="158" y="38"/>
                  <a:pt x="153" y="34"/>
                </a:cubicBezTo>
                <a:cubicBezTo>
                  <a:pt x="150" y="31"/>
                  <a:pt x="143" y="30"/>
                  <a:pt x="139" y="34"/>
                </a:cubicBezTo>
                <a:cubicBezTo>
                  <a:pt x="127" y="49"/>
                  <a:pt x="115" y="64"/>
                  <a:pt x="103" y="79"/>
                </a:cubicBezTo>
                <a:cubicBezTo>
                  <a:pt x="97" y="70"/>
                  <a:pt x="91" y="60"/>
                  <a:pt x="85" y="50"/>
                </a:cubicBezTo>
                <a:cubicBezTo>
                  <a:pt x="77" y="36"/>
                  <a:pt x="69" y="21"/>
                  <a:pt x="62" y="6"/>
                </a:cubicBezTo>
                <a:cubicBezTo>
                  <a:pt x="60" y="1"/>
                  <a:pt x="53" y="0"/>
                  <a:pt x="49" y="2"/>
                </a:cubicBezTo>
                <a:cubicBezTo>
                  <a:pt x="44" y="5"/>
                  <a:pt x="43" y="11"/>
                  <a:pt x="45" y="16"/>
                </a:cubicBezTo>
                <a:cubicBezTo>
                  <a:pt x="58" y="44"/>
                  <a:pt x="73" y="71"/>
                  <a:pt x="91" y="96"/>
                </a:cubicBezTo>
                <a:cubicBezTo>
                  <a:pt x="84" y="106"/>
                  <a:pt x="77" y="116"/>
                  <a:pt x="71" y="126"/>
                </a:cubicBezTo>
                <a:cubicBezTo>
                  <a:pt x="64" y="117"/>
                  <a:pt x="58" y="108"/>
                  <a:pt x="52" y="99"/>
                </a:cubicBezTo>
                <a:cubicBezTo>
                  <a:pt x="40" y="80"/>
                  <a:pt x="30" y="61"/>
                  <a:pt x="21" y="40"/>
                </a:cubicBezTo>
                <a:cubicBezTo>
                  <a:pt x="19" y="35"/>
                  <a:pt x="15" y="32"/>
                  <a:pt x="9" y="33"/>
                </a:cubicBezTo>
                <a:cubicBezTo>
                  <a:pt x="4" y="34"/>
                  <a:pt x="0" y="40"/>
                  <a:pt x="2" y="45"/>
                </a:cubicBezTo>
                <a:cubicBezTo>
                  <a:pt x="16" y="81"/>
                  <a:pt x="36" y="113"/>
                  <a:pt x="59" y="143"/>
                </a:cubicBezTo>
                <a:cubicBezTo>
                  <a:pt x="44" y="168"/>
                  <a:pt x="29" y="193"/>
                  <a:pt x="16" y="219"/>
                </a:cubicBezTo>
                <a:cubicBezTo>
                  <a:pt x="10" y="230"/>
                  <a:pt x="28" y="241"/>
                  <a:pt x="34" y="229"/>
                </a:cubicBezTo>
                <a:cubicBezTo>
                  <a:pt x="46" y="205"/>
                  <a:pt x="59" y="182"/>
                  <a:pt x="73" y="159"/>
                </a:cubicBezTo>
                <a:cubicBezTo>
                  <a:pt x="79" y="166"/>
                  <a:pt x="85" y="173"/>
                  <a:pt x="92" y="180"/>
                </a:cubicBezTo>
                <a:cubicBezTo>
                  <a:pt x="77" y="204"/>
                  <a:pt x="62" y="228"/>
                  <a:pt x="47" y="252"/>
                </a:cubicBezTo>
                <a:cubicBezTo>
                  <a:pt x="40" y="262"/>
                  <a:pt x="57" y="272"/>
                  <a:pt x="64" y="262"/>
                </a:cubicBezTo>
                <a:cubicBezTo>
                  <a:pt x="78" y="239"/>
                  <a:pt x="92" y="217"/>
                  <a:pt x="107" y="194"/>
                </a:cubicBezTo>
                <a:cubicBezTo>
                  <a:pt x="123" y="209"/>
                  <a:pt x="140" y="222"/>
                  <a:pt x="158" y="234"/>
                </a:cubicBezTo>
                <a:cubicBezTo>
                  <a:pt x="177" y="246"/>
                  <a:pt x="197" y="257"/>
                  <a:pt x="218" y="266"/>
                </a:cubicBezTo>
                <a:cubicBezTo>
                  <a:pt x="223" y="268"/>
                  <a:pt x="229" y="268"/>
                  <a:pt x="232" y="263"/>
                </a:cubicBezTo>
                <a:cubicBezTo>
                  <a:pt x="234" y="258"/>
                  <a:pt x="233" y="251"/>
                  <a:pt x="228" y="249"/>
                </a:cubicBezTo>
                <a:close/>
                <a:moveTo>
                  <a:pt x="84" y="142"/>
                </a:moveTo>
                <a:cubicBezTo>
                  <a:pt x="90" y="132"/>
                  <a:pt x="97" y="123"/>
                  <a:pt x="103" y="113"/>
                </a:cubicBezTo>
                <a:cubicBezTo>
                  <a:pt x="109" y="120"/>
                  <a:pt x="115" y="128"/>
                  <a:pt x="121" y="135"/>
                </a:cubicBezTo>
                <a:cubicBezTo>
                  <a:pt x="115" y="144"/>
                  <a:pt x="109" y="153"/>
                  <a:pt x="103" y="163"/>
                </a:cubicBezTo>
                <a:cubicBezTo>
                  <a:pt x="96" y="156"/>
                  <a:pt x="90" y="149"/>
                  <a:pt x="84" y="14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528" name="Google Shape;528;p13"/>
          <p:cNvSpPr txBox="1"/>
          <p:nvPr/>
        </p:nvSpPr>
        <p:spPr>
          <a:xfrm>
            <a:off x="1571722" y="1544375"/>
            <a:ext cx="6250017" cy="38497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A Journey Through Innovation: Milestones of Blockchain Evolution.</a:t>
            </a:r>
            <a:endParaRPr b="0" i="0" sz="1400" u="none" cap="none" strike="noStrike">
              <a:solidFill>
                <a:srgbClr val="000000"/>
              </a:solidFill>
              <a:latin typeface="Arial"/>
              <a:ea typeface="Arial"/>
              <a:cs typeface="Arial"/>
              <a:sym typeface="Arial"/>
            </a:endParaRPr>
          </a:p>
        </p:txBody>
      </p:sp>
      <p:sp>
        <p:nvSpPr>
          <p:cNvPr id="529" name="Google Shape;529;p13"/>
          <p:cNvSpPr/>
          <p:nvPr>
            <p:ph idx="2" type="pic"/>
          </p:nvPr>
        </p:nvSpPr>
        <p:spPr>
          <a:xfrm>
            <a:off x="5633811" y="3136900"/>
            <a:ext cx="2303689" cy="2814638"/>
          </a:xfrm>
          <a:prstGeom prst="roundRect">
            <a:avLst>
              <a:gd fmla="val 4111" name="adj"/>
            </a:avLst>
          </a:prstGeom>
          <a:solidFill>
            <a:schemeClr val="lt1"/>
          </a:solidFill>
          <a:ln>
            <a:noFill/>
          </a:ln>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14"/>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535" name="Google Shape;535;p14"/>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36" name="Google Shape;536;p14"/>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37" name="Google Shape;537;p14"/>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538" name="Google Shape;538;p14"/>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539" name="Google Shape;539;p14"/>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540" name="Google Shape;540;p14"/>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541" name="Google Shape;541;p14"/>
          <p:cNvGrpSpPr/>
          <p:nvPr/>
        </p:nvGrpSpPr>
        <p:grpSpPr>
          <a:xfrm>
            <a:off x="6997702" y="669152"/>
            <a:ext cx="95248" cy="68286"/>
            <a:chOff x="3790" y="2022"/>
            <a:chExt cx="282" cy="150"/>
          </a:xfrm>
        </p:grpSpPr>
        <p:cxnSp>
          <p:nvCxnSpPr>
            <p:cNvPr id="542" name="Google Shape;542;p14"/>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543" name="Google Shape;543;p14"/>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544" name="Google Shape;544;p14"/>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545" name="Google Shape;545;p14"/>
          <p:cNvSpPr txBox="1"/>
          <p:nvPr/>
        </p:nvSpPr>
        <p:spPr>
          <a:xfrm>
            <a:off x="812800" y="2701605"/>
            <a:ext cx="6044052"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chemeClr val="dk1"/>
                </a:solidFill>
                <a:latin typeface="Poppins Medium"/>
                <a:ea typeface="Poppins Medium"/>
                <a:cs typeface="Poppins Medium"/>
                <a:sym typeface="Poppins Medium"/>
              </a:rPr>
              <a:t>Let’s Take A Break.</a:t>
            </a:r>
            <a:endParaRPr b="0" i="0" sz="1400" u="none" cap="none" strike="noStrike">
              <a:solidFill>
                <a:srgbClr val="000000"/>
              </a:solidFill>
              <a:latin typeface="Arial"/>
              <a:ea typeface="Arial"/>
              <a:cs typeface="Arial"/>
              <a:sym typeface="Arial"/>
            </a:endParaRPr>
          </a:p>
        </p:txBody>
      </p:sp>
      <p:sp>
        <p:nvSpPr>
          <p:cNvPr id="546" name="Google Shape;546;p14"/>
          <p:cNvSpPr/>
          <p:nvPr/>
        </p:nvSpPr>
        <p:spPr>
          <a:xfrm>
            <a:off x="952500" y="3712199"/>
            <a:ext cx="2680472" cy="830998"/>
          </a:xfrm>
          <a:custGeom>
            <a:rect b="b" l="l" r="r" t="t"/>
            <a:pathLst>
              <a:path extrusionOk="0" h="126682" w="340709">
                <a:moveTo>
                  <a:pt x="13811" y="0"/>
                </a:moveTo>
                <a:lnTo>
                  <a:pt x="326898" y="0"/>
                </a:lnTo>
                <a:cubicBezTo>
                  <a:pt x="334526" y="0"/>
                  <a:pt x="340709" y="6184"/>
                  <a:pt x="340709" y="13811"/>
                </a:cubicBezTo>
                <a:lnTo>
                  <a:pt x="340709" y="48768"/>
                </a:lnTo>
                <a:cubicBezTo>
                  <a:pt x="340709" y="91799"/>
                  <a:pt x="305826" y="126683"/>
                  <a:pt x="262795" y="126683"/>
                </a:cubicBezTo>
                <a:lnTo>
                  <a:pt x="13811" y="126683"/>
                </a:lnTo>
                <a:cubicBezTo>
                  <a:pt x="6184" y="126683"/>
                  <a:pt x="0" y="120499"/>
                  <a:pt x="0" y="112871"/>
                </a:cubicBezTo>
                <a:lnTo>
                  <a:pt x="0" y="13811"/>
                </a:lnTo>
                <a:cubicBezTo>
                  <a:pt x="0" y="6184"/>
                  <a:pt x="6184" y="0"/>
                  <a:pt x="13811" y="0"/>
                </a:cubicBezTo>
                <a:close/>
              </a:path>
            </a:pathLst>
          </a:custGeom>
          <a:solidFill>
            <a:schemeClr val="lt2"/>
          </a:solidFill>
          <a:ln cap="flat" cmpd="sng" w="12700">
            <a:solidFill>
              <a:schemeClr val="accent2"/>
            </a:solidFill>
            <a:prstDash val="solid"/>
            <a:miter lim="8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547" name="Google Shape;547;p14"/>
          <p:cNvSpPr txBox="1"/>
          <p:nvPr/>
        </p:nvSpPr>
        <p:spPr>
          <a:xfrm>
            <a:off x="1124672" y="3867165"/>
            <a:ext cx="2329973" cy="46859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Poppins"/>
                <a:ea typeface="Poppins"/>
                <a:cs typeface="Poppins"/>
                <a:sym typeface="Poppins"/>
              </a:rPr>
              <a:t>Time to Recharge.</a:t>
            </a:r>
            <a:endParaRPr b="0" i="0" sz="1800" u="none" cap="none" strike="noStrike">
              <a:solidFill>
                <a:schemeClr val="dk1"/>
              </a:solidFill>
              <a:latin typeface="Poppins"/>
              <a:ea typeface="Poppins"/>
              <a:cs typeface="Poppins"/>
              <a:sym typeface="Poppins"/>
            </a:endParaRPr>
          </a:p>
        </p:txBody>
      </p:sp>
      <p:grpSp>
        <p:nvGrpSpPr>
          <p:cNvPr id="548" name="Google Shape;548;p14"/>
          <p:cNvGrpSpPr/>
          <p:nvPr/>
        </p:nvGrpSpPr>
        <p:grpSpPr>
          <a:xfrm rot="889309">
            <a:off x="7341013" y="5170086"/>
            <a:ext cx="515805" cy="515805"/>
            <a:chOff x="969134" y="4249768"/>
            <a:chExt cx="446149" cy="446149"/>
          </a:xfrm>
        </p:grpSpPr>
        <p:sp>
          <p:nvSpPr>
            <p:cNvPr id="549" name="Google Shape;549;p14"/>
            <p:cNvSpPr/>
            <p:nvPr/>
          </p:nvSpPr>
          <p:spPr>
            <a:xfrm>
              <a:off x="969134" y="4249768"/>
              <a:ext cx="446149" cy="446149"/>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50" name="Google Shape;550;p14"/>
            <p:cNvSpPr/>
            <p:nvPr/>
          </p:nvSpPr>
          <p:spPr>
            <a:xfrm>
              <a:off x="1101086" y="4346251"/>
              <a:ext cx="182243" cy="253182"/>
            </a:xfrm>
            <a:custGeom>
              <a:rect b="b" l="l" r="r" t="t"/>
              <a:pathLst>
                <a:path extrusionOk="0" h="560125" w="403184">
                  <a:moveTo>
                    <a:pt x="6479" y="294415"/>
                  </a:moveTo>
                  <a:lnTo>
                    <a:pt x="255368" y="6950"/>
                  </a:lnTo>
                  <a:cubicBezTo>
                    <a:pt x="263759" y="-2480"/>
                    <a:pt x="278209" y="-3318"/>
                    <a:pt x="287638" y="5083"/>
                  </a:cubicBezTo>
                  <a:cubicBezTo>
                    <a:pt x="293125" y="9960"/>
                    <a:pt x="295925" y="17170"/>
                    <a:pt x="295182" y="24476"/>
                  </a:cubicBezTo>
                  <a:lnTo>
                    <a:pt x="269179" y="182687"/>
                  </a:lnTo>
                  <a:cubicBezTo>
                    <a:pt x="268208" y="192592"/>
                    <a:pt x="273751" y="201993"/>
                    <a:pt x="282895" y="205928"/>
                  </a:cubicBezTo>
                  <a:lnTo>
                    <a:pt x="389956" y="252028"/>
                  </a:lnTo>
                  <a:cubicBezTo>
                    <a:pt x="401576" y="256972"/>
                    <a:pt x="406977" y="270402"/>
                    <a:pt x="402034" y="282013"/>
                  </a:cubicBezTo>
                  <a:cubicBezTo>
                    <a:pt x="401005" y="284442"/>
                    <a:pt x="399557" y="286671"/>
                    <a:pt x="397767" y="288604"/>
                  </a:cubicBezTo>
                  <a:lnTo>
                    <a:pt x="155260" y="552066"/>
                  </a:lnTo>
                  <a:cubicBezTo>
                    <a:pt x="146640" y="561362"/>
                    <a:pt x="132114" y="561915"/>
                    <a:pt x="122818" y="553304"/>
                  </a:cubicBezTo>
                  <a:cubicBezTo>
                    <a:pt x="117417" y="548294"/>
                    <a:pt x="114741" y="540998"/>
                    <a:pt x="115636" y="533683"/>
                  </a:cubicBezTo>
                  <a:lnTo>
                    <a:pt x="132876" y="396713"/>
                  </a:lnTo>
                  <a:cubicBezTo>
                    <a:pt x="134124" y="386379"/>
                    <a:pt x="128323" y="376472"/>
                    <a:pt x="118684" y="372520"/>
                  </a:cubicBezTo>
                  <a:lnTo>
                    <a:pt x="15433" y="330991"/>
                  </a:lnTo>
                  <a:cubicBezTo>
                    <a:pt x="3631" y="326504"/>
                    <a:pt x="-2303" y="313302"/>
                    <a:pt x="2174" y="301501"/>
                  </a:cubicBezTo>
                  <a:cubicBezTo>
                    <a:pt x="3164" y="298901"/>
                    <a:pt x="4622" y="296500"/>
                    <a:pt x="6479" y="29441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
        <p:nvSpPr>
          <p:cNvPr id="551" name="Google Shape;551;p14"/>
          <p:cNvSpPr/>
          <p:nvPr/>
        </p:nvSpPr>
        <p:spPr>
          <a:xfrm flipH="1">
            <a:off x="6297613" y="3429000"/>
            <a:ext cx="598756" cy="696228"/>
          </a:xfrm>
          <a:custGeom>
            <a:rect b="b" l="l" r="r" t="t"/>
            <a:pathLst>
              <a:path extrusionOk="0" h="272" w="234">
                <a:moveTo>
                  <a:pt x="228" y="249"/>
                </a:moveTo>
                <a:cubicBezTo>
                  <a:pt x="188" y="231"/>
                  <a:pt x="150" y="207"/>
                  <a:pt x="118" y="177"/>
                </a:cubicBezTo>
                <a:cubicBezTo>
                  <a:pt x="123" y="168"/>
                  <a:pt x="129" y="159"/>
                  <a:pt x="135" y="150"/>
                </a:cubicBezTo>
                <a:cubicBezTo>
                  <a:pt x="138" y="153"/>
                  <a:pt x="142" y="157"/>
                  <a:pt x="145" y="161"/>
                </a:cubicBezTo>
                <a:cubicBezTo>
                  <a:pt x="157" y="172"/>
                  <a:pt x="170" y="183"/>
                  <a:pt x="183" y="194"/>
                </a:cubicBezTo>
                <a:cubicBezTo>
                  <a:pt x="188" y="197"/>
                  <a:pt x="193" y="198"/>
                  <a:pt x="197" y="194"/>
                </a:cubicBezTo>
                <a:cubicBezTo>
                  <a:pt x="201" y="190"/>
                  <a:pt x="202" y="183"/>
                  <a:pt x="197" y="180"/>
                </a:cubicBezTo>
                <a:cubicBezTo>
                  <a:pt x="179" y="165"/>
                  <a:pt x="162" y="149"/>
                  <a:pt x="146" y="132"/>
                </a:cubicBezTo>
                <a:cubicBezTo>
                  <a:pt x="157" y="115"/>
                  <a:pt x="168" y="98"/>
                  <a:pt x="179" y="81"/>
                </a:cubicBezTo>
                <a:cubicBezTo>
                  <a:pt x="186" y="70"/>
                  <a:pt x="168" y="60"/>
                  <a:pt x="161" y="71"/>
                </a:cubicBezTo>
                <a:cubicBezTo>
                  <a:pt x="152" y="86"/>
                  <a:pt x="142" y="101"/>
                  <a:pt x="132" y="117"/>
                </a:cubicBezTo>
                <a:cubicBezTo>
                  <a:pt x="126" y="110"/>
                  <a:pt x="121" y="103"/>
                  <a:pt x="116" y="96"/>
                </a:cubicBezTo>
                <a:cubicBezTo>
                  <a:pt x="128" y="80"/>
                  <a:pt x="140" y="64"/>
                  <a:pt x="153" y="49"/>
                </a:cubicBezTo>
                <a:cubicBezTo>
                  <a:pt x="157" y="44"/>
                  <a:pt x="158" y="38"/>
                  <a:pt x="153" y="34"/>
                </a:cubicBezTo>
                <a:cubicBezTo>
                  <a:pt x="150" y="31"/>
                  <a:pt x="143" y="30"/>
                  <a:pt x="139" y="34"/>
                </a:cubicBezTo>
                <a:cubicBezTo>
                  <a:pt x="127" y="49"/>
                  <a:pt x="115" y="64"/>
                  <a:pt x="103" y="79"/>
                </a:cubicBezTo>
                <a:cubicBezTo>
                  <a:pt x="97" y="70"/>
                  <a:pt x="91" y="60"/>
                  <a:pt x="85" y="50"/>
                </a:cubicBezTo>
                <a:cubicBezTo>
                  <a:pt x="77" y="36"/>
                  <a:pt x="69" y="21"/>
                  <a:pt x="62" y="6"/>
                </a:cubicBezTo>
                <a:cubicBezTo>
                  <a:pt x="60" y="1"/>
                  <a:pt x="53" y="0"/>
                  <a:pt x="49" y="2"/>
                </a:cubicBezTo>
                <a:cubicBezTo>
                  <a:pt x="44" y="5"/>
                  <a:pt x="43" y="11"/>
                  <a:pt x="45" y="16"/>
                </a:cubicBezTo>
                <a:cubicBezTo>
                  <a:pt x="58" y="44"/>
                  <a:pt x="73" y="71"/>
                  <a:pt x="91" y="96"/>
                </a:cubicBezTo>
                <a:cubicBezTo>
                  <a:pt x="84" y="106"/>
                  <a:pt x="77" y="116"/>
                  <a:pt x="71" y="126"/>
                </a:cubicBezTo>
                <a:cubicBezTo>
                  <a:pt x="64" y="117"/>
                  <a:pt x="58" y="108"/>
                  <a:pt x="52" y="99"/>
                </a:cubicBezTo>
                <a:cubicBezTo>
                  <a:pt x="40" y="80"/>
                  <a:pt x="30" y="61"/>
                  <a:pt x="21" y="40"/>
                </a:cubicBezTo>
                <a:cubicBezTo>
                  <a:pt x="19" y="35"/>
                  <a:pt x="15" y="32"/>
                  <a:pt x="9" y="33"/>
                </a:cubicBezTo>
                <a:cubicBezTo>
                  <a:pt x="4" y="34"/>
                  <a:pt x="0" y="40"/>
                  <a:pt x="2" y="45"/>
                </a:cubicBezTo>
                <a:cubicBezTo>
                  <a:pt x="16" y="81"/>
                  <a:pt x="36" y="113"/>
                  <a:pt x="59" y="143"/>
                </a:cubicBezTo>
                <a:cubicBezTo>
                  <a:pt x="44" y="168"/>
                  <a:pt x="29" y="193"/>
                  <a:pt x="16" y="219"/>
                </a:cubicBezTo>
                <a:cubicBezTo>
                  <a:pt x="10" y="230"/>
                  <a:pt x="28" y="241"/>
                  <a:pt x="34" y="229"/>
                </a:cubicBezTo>
                <a:cubicBezTo>
                  <a:pt x="46" y="205"/>
                  <a:pt x="59" y="182"/>
                  <a:pt x="73" y="159"/>
                </a:cubicBezTo>
                <a:cubicBezTo>
                  <a:pt x="79" y="166"/>
                  <a:pt x="85" y="173"/>
                  <a:pt x="92" y="180"/>
                </a:cubicBezTo>
                <a:cubicBezTo>
                  <a:pt x="77" y="204"/>
                  <a:pt x="62" y="228"/>
                  <a:pt x="47" y="252"/>
                </a:cubicBezTo>
                <a:cubicBezTo>
                  <a:pt x="40" y="262"/>
                  <a:pt x="57" y="272"/>
                  <a:pt x="64" y="262"/>
                </a:cubicBezTo>
                <a:cubicBezTo>
                  <a:pt x="78" y="239"/>
                  <a:pt x="92" y="217"/>
                  <a:pt x="107" y="194"/>
                </a:cubicBezTo>
                <a:cubicBezTo>
                  <a:pt x="123" y="209"/>
                  <a:pt x="140" y="222"/>
                  <a:pt x="158" y="234"/>
                </a:cubicBezTo>
                <a:cubicBezTo>
                  <a:pt x="177" y="246"/>
                  <a:pt x="197" y="257"/>
                  <a:pt x="218" y="266"/>
                </a:cubicBezTo>
                <a:cubicBezTo>
                  <a:pt x="223" y="268"/>
                  <a:pt x="229" y="268"/>
                  <a:pt x="232" y="263"/>
                </a:cubicBezTo>
                <a:cubicBezTo>
                  <a:pt x="234" y="258"/>
                  <a:pt x="233" y="251"/>
                  <a:pt x="228" y="249"/>
                </a:cubicBezTo>
                <a:close/>
                <a:moveTo>
                  <a:pt x="84" y="142"/>
                </a:moveTo>
                <a:cubicBezTo>
                  <a:pt x="90" y="132"/>
                  <a:pt x="97" y="123"/>
                  <a:pt x="103" y="113"/>
                </a:cubicBezTo>
                <a:cubicBezTo>
                  <a:pt x="109" y="120"/>
                  <a:pt x="115" y="128"/>
                  <a:pt x="121" y="135"/>
                </a:cubicBezTo>
                <a:cubicBezTo>
                  <a:pt x="115" y="144"/>
                  <a:pt x="109" y="153"/>
                  <a:pt x="103" y="163"/>
                </a:cubicBezTo>
                <a:cubicBezTo>
                  <a:pt x="96" y="156"/>
                  <a:pt x="90" y="149"/>
                  <a:pt x="84" y="14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552" name="Google Shape;552;p14"/>
          <p:cNvSpPr txBox="1"/>
          <p:nvPr/>
        </p:nvSpPr>
        <p:spPr>
          <a:xfrm>
            <a:off x="8166649" y="5153278"/>
            <a:ext cx="3072851" cy="70814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Positioning for Success in a Dynamic Blockchain Ecosystem.</a:t>
            </a:r>
            <a:endParaRPr b="0" i="0" sz="1400" u="none" cap="none" strike="noStrike">
              <a:solidFill>
                <a:srgbClr val="000000"/>
              </a:solidFill>
              <a:latin typeface="Arial"/>
              <a:ea typeface="Arial"/>
              <a:cs typeface="Arial"/>
              <a:sym typeface="Arial"/>
            </a:endParaRPr>
          </a:p>
        </p:txBody>
      </p:sp>
      <p:sp>
        <p:nvSpPr>
          <p:cNvPr id="553" name="Google Shape;553;p14"/>
          <p:cNvSpPr/>
          <p:nvPr>
            <p:ph idx="2" type="pic"/>
          </p:nvPr>
        </p:nvSpPr>
        <p:spPr>
          <a:xfrm>
            <a:off x="7310211" y="1816100"/>
            <a:ext cx="4043589" cy="2743200"/>
          </a:xfrm>
          <a:prstGeom prst="roundRect">
            <a:avLst>
              <a:gd fmla="val 4111" name="adj"/>
            </a:avLst>
          </a:prstGeom>
          <a:solidFill>
            <a:schemeClr val="lt1"/>
          </a:solid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15"/>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559" name="Google Shape;559;p15"/>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60" name="Google Shape;560;p15"/>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61" name="Google Shape;561;p15"/>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562" name="Google Shape;562;p15"/>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563" name="Google Shape;563;p15"/>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564" name="Google Shape;564;p15"/>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565" name="Google Shape;565;p15"/>
          <p:cNvGrpSpPr/>
          <p:nvPr/>
        </p:nvGrpSpPr>
        <p:grpSpPr>
          <a:xfrm>
            <a:off x="6997702" y="669152"/>
            <a:ext cx="95248" cy="68286"/>
            <a:chOff x="3790" y="2022"/>
            <a:chExt cx="282" cy="150"/>
          </a:xfrm>
        </p:grpSpPr>
        <p:cxnSp>
          <p:nvCxnSpPr>
            <p:cNvPr id="566" name="Google Shape;566;p15"/>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567" name="Google Shape;567;p15"/>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568" name="Google Shape;568;p15"/>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569" name="Google Shape;569;p15"/>
          <p:cNvSpPr txBox="1"/>
          <p:nvPr/>
        </p:nvSpPr>
        <p:spPr>
          <a:xfrm>
            <a:off x="1077194" y="1444760"/>
            <a:ext cx="6934200"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Poppins Medium"/>
                <a:ea typeface="Poppins Medium"/>
                <a:cs typeface="Poppins Medium"/>
                <a:sym typeface="Poppins Medium"/>
              </a:rPr>
              <a:t>Revenue Projections.</a:t>
            </a:r>
            <a:endParaRPr b="0" i="0" sz="1400" u="none" cap="none" strike="noStrike">
              <a:solidFill>
                <a:srgbClr val="000000"/>
              </a:solidFill>
              <a:latin typeface="Arial"/>
              <a:ea typeface="Arial"/>
              <a:cs typeface="Arial"/>
              <a:sym typeface="Arial"/>
            </a:endParaRPr>
          </a:p>
        </p:txBody>
      </p:sp>
      <p:sp>
        <p:nvSpPr>
          <p:cNvPr id="570" name="Google Shape;570;p15"/>
          <p:cNvSpPr txBox="1"/>
          <p:nvPr/>
        </p:nvSpPr>
        <p:spPr>
          <a:xfrm>
            <a:off x="1077194" y="2166305"/>
            <a:ext cx="6250017" cy="38497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A Journey Through Innovation: Milestones of Blockchain Evolution.</a:t>
            </a:r>
            <a:endParaRPr b="0" i="0" sz="1400" u="none" cap="none" strike="noStrike">
              <a:solidFill>
                <a:srgbClr val="000000"/>
              </a:solidFill>
              <a:latin typeface="Arial"/>
              <a:ea typeface="Arial"/>
              <a:cs typeface="Arial"/>
              <a:sym typeface="Arial"/>
            </a:endParaRPr>
          </a:p>
        </p:txBody>
      </p:sp>
      <p:sp>
        <p:nvSpPr>
          <p:cNvPr id="571" name="Google Shape;571;p15"/>
          <p:cNvSpPr/>
          <p:nvPr/>
        </p:nvSpPr>
        <p:spPr>
          <a:xfrm>
            <a:off x="1077194" y="3290893"/>
            <a:ext cx="96051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Poppins Medium"/>
                <a:ea typeface="Poppins Medium"/>
                <a:cs typeface="Poppins Medium"/>
                <a:sym typeface="Poppins Medium"/>
              </a:rPr>
              <a:t>2031</a:t>
            </a:r>
            <a:endParaRPr b="0" i="0" sz="2800" u="none" cap="none" strike="noStrike">
              <a:solidFill>
                <a:schemeClr val="dk1"/>
              </a:solidFill>
              <a:latin typeface="Poppins Medium"/>
              <a:ea typeface="Poppins Medium"/>
              <a:cs typeface="Poppins Medium"/>
              <a:sym typeface="Poppins Medium"/>
            </a:endParaRPr>
          </a:p>
        </p:txBody>
      </p:sp>
      <p:sp>
        <p:nvSpPr>
          <p:cNvPr id="572" name="Google Shape;572;p15"/>
          <p:cNvSpPr/>
          <p:nvPr/>
        </p:nvSpPr>
        <p:spPr>
          <a:xfrm>
            <a:off x="1077194" y="3841139"/>
            <a:ext cx="95731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Revenue</a:t>
            </a:r>
            <a:endParaRPr b="0" i="0" sz="1400" u="none" cap="none" strike="noStrike">
              <a:solidFill>
                <a:schemeClr val="dk1"/>
              </a:solidFill>
              <a:latin typeface="Poppins Medium"/>
              <a:ea typeface="Poppins Medium"/>
              <a:cs typeface="Poppins Medium"/>
              <a:sym typeface="Poppins Medium"/>
            </a:endParaRPr>
          </a:p>
        </p:txBody>
      </p:sp>
      <p:sp>
        <p:nvSpPr>
          <p:cNvPr id="573" name="Google Shape;573;p15"/>
          <p:cNvSpPr/>
          <p:nvPr/>
        </p:nvSpPr>
        <p:spPr>
          <a:xfrm>
            <a:off x="3193390" y="3841139"/>
            <a:ext cx="553358"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$2M</a:t>
            </a:r>
            <a:endParaRPr b="0" i="0" sz="1400" u="none" cap="none" strike="noStrike">
              <a:solidFill>
                <a:schemeClr val="dk1"/>
              </a:solidFill>
              <a:latin typeface="Poppins Medium"/>
              <a:ea typeface="Poppins Medium"/>
              <a:cs typeface="Poppins Medium"/>
              <a:sym typeface="Poppins Medium"/>
            </a:endParaRPr>
          </a:p>
        </p:txBody>
      </p:sp>
      <p:grpSp>
        <p:nvGrpSpPr>
          <p:cNvPr id="574" name="Google Shape;574;p15"/>
          <p:cNvGrpSpPr/>
          <p:nvPr/>
        </p:nvGrpSpPr>
        <p:grpSpPr>
          <a:xfrm>
            <a:off x="1170565" y="4186666"/>
            <a:ext cx="2576179" cy="193955"/>
            <a:chOff x="7983868" y="4410957"/>
            <a:chExt cx="3483823" cy="220961"/>
          </a:xfrm>
        </p:grpSpPr>
        <p:sp>
          <p:nvSpPr>
            <p:cNvPr id="575" name="Google Shape;575;p15"/>
            <p:cNvSpPr/>
            <p:nvPr/>
          </p:nvSpPr>
          <p:spPr>
            <a:xfrm>
              <a:off x="7983868" y="4410957"/>
              <a:ext cx="831878" cy="220961"/>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76" name="Google Shape;576;p15"/>
            <p:cNvSpPr/>
            <p:nvPr/>
          </p:nvSpPr>
          <p:spPr>
            <a:xfrm>
              <a:off x="8867851" y="4410957"/>
              <a:ext cx="831878" cy="220961"/>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77" name="Google Shape;577;p15"/>
            <p:cNvSpPr/>
            <p:nvPr/>
          </p:nvSpPr>
          <p:spPr>
            <a:xfrm>
              <a:off x="9751831" y="4410957"/>
              <a:ext cx="831878" cy="220961"/>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78" name="Google Shape;578;p15"/>
            <p:cNvSpPr/>
            <p:nvPr/>
          </p:nvSpPr>
          <p:spPr>
            <a:xfrm>
              <a:off x="10635813" y="4410957"/>
              <a:ext cx="831878" cy="220961"/>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579" name="Google Shape;579;p15"/>
          <p:cNvSpPr/>
          <p:nvPr/>
        </p:nvSpPr>
        <p:spPr>
          <a:xfrm>
            <a:off x="4221781" y="3841139"/>
            <a:ext cx="99257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Net Profit</a:t>
            </a:r>
            <a:endParaRPr b="0" i="0" sz="1400" u="none" cap="none" strike="noStrike">
              <a:solidFill>
                <a:schemeClr val="dk1"/>
              </a:solidFill>
              <a:latin typeface="Poppins Medium"/>
              <a:ea typeface="Poppins Medium"/>
              <a:cs typeface="Poppins Medium"/>
              <a:sym typeface="Poppins Medium"/>
            </a:endParaRPr>
          </a:p>
        </p:txBody>
      </p:sp>
      <p:sp>
        <p:nvSpPr>
          <p:cNvPr id="580" name="Google Shape;580;p15"/>
          <p:cNvSpPr/>
          <p:nvPr/>
        </p:nvSpPr>
        <p:spPr>
          <a:xfrm>
            <a:off x="6164854" y="3841139"/>
            <a:ext cx="726481"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$700K</a:t>
            </a:r>
            <a:endParaRPr b="0" i="0" sz="1400" u="none" cap="none" strike="noStrike">
              <a:solidFill>
                <a:schemeClr val="dk1"/>
              </a:solidFill>
              <a:latin typeface="Poppins Medium"/>
              <a:ea typeface="Poppins Medium"/>
              <a:cs typeface="Poppins Medium"/>
              <a:sym typeface="Poppins Medium"/>
            </a:endParaRPr>
          </a:p>
        </p:txBody>
      </p:sp>
      <p:grpSp>
        <p:nvGrpSpPr>
          <p:cNvPr id="581" name="Google Shape;581;p15"/>
          <p:cNvGrpSpPr/>
          <p:nvPr/>
        </p:nvGrpSpPr>
        <p:grpSpPr>
          <a:xfrm>
            <a:off x="4315152" y="4186666"/>
            <a:ext cx="2576179" cy="193955"/>
            <a:chOff x="7983868" y="4410957"/>
            <a:chExt cx="3483823" cy="220961"/>
          </a:xfrm>
        </p:grpSpPr>
        <p:sp>
          <p:nvSpPr>
            <p:cNvPr id="582" name="Google Shape;582;p15"/>
            <p:cNvSpPr/>
            <p:nvPr/>
          </p:nvSpPr>
          <p:spPr>
            <a:xfrm>
              <a:off x="7983868" y="4410957"/>
              <a:ext cx="831878" cy="220961"/>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83" name="Google Shape;583;p15"/>
            <p:cNvSpPr/>
            <p:nvPr/>
          </p:nvSpPr>
          <p:spPr>
            <a:xfrm>
              <a:off x="8867851" y="4410957"/>
              <a:ext cx="831878" cy="220961"/>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84" name="Google Shape;584;p15"/>
            <p:cNvSpPr/>
            <p:nvPr/>
          </p:nvSpPr>
          <p:spPr>
            <a:xfrm>
              <a:off x="9751831" y="4410957"/>
              <a:ext cx="831878" cy="220961"/>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85" name="Google Shape;585;p15"/>
            <p:cNvSpPr/>
            <p:nvPr/>
          </p:nvSpPr>
          <p:spPr>
            <a:xfrm>
              <a:off x="10635813" y="4410957"/>
              <a:ext cx="831878" cy="220961"/>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586" name="Google Shape;586;p15"/>
          <p:cNvSpPr/>
          <p:nvPr/>
        </p:nvSpPr>
        <p:spPr>
          <a:xfrm>
            <a:off x="1077194" y="4926277"/>
            <a:ext cx="104868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Poppins Medium"/>
                <a:ea typeface="Poppins Medium"/>
                <a:cs typeface="Poppins Medium"/>
                <a:sym typeface="Poppins Medium"/>
              </a:rPr>
              <a:t>2033</a:t>
            </a:r>
            <a:endParaRPr b="0" i="0" sz="2800" u="none" cap="none" strike="noStrike">
              <a:solidFill>
                <a:schemeClr val="dk1"/>
              </a:solidFill>
              <a:latin typeface="Poppins Medium"/>
              <a:ea typeface="Poppins Medium"/>
              <a:cs typeface="Poppins Medium"/>
              <a:sym typeface="Poppins Medium"/>
            </a:endParaRPr>
          </a:p>
        </p:txBody>
      </p:sp>
      <p:sp>
        <p:nvSpPr>
          <p:cNvPr id="587" name="Google Shape;587;p15"/>
          <p:cNvSpPr/>
          <p:nvPr/>
        </p:nvSpPr>
        <p:spPr>
          <a:xfrm>
            <a:off x="1077194" y="5476523"/>
            <a:ext cx="95731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Revenue</a:t>
            </a:r>
            <a:endParaRPr b="0" i="0" sz="1400" u="none" cap="none" strike="noStrike">
              <a:solidFill>
                <a:schemeClr val="dk1"/>
              </a:solidFill>
              <a:latin typeface="Poppins Medium"/>
              <a:ea typeface="Poppins Medium"/>
              <a:cs typeface="Poppins Medium"/>
              <a:sym typeface="Poppins Medium"/>
            </a:endParaRPr>
          </a:p>
        </p:txBody>
      </p:sp>
      <p:sp>
        <p:nvSpPr>
          <p:cNvPr id="588" name="Google Shape;588;p15"/>
          <p:cNvSpPr/>
          <p:nvPr/>
        </p:nvSpPr>
        <p:spPr>
          <a:xfrm>
            <a:off x="3238275" y="5476523"/>
            <a:ext cx="508473"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$1M</a:t>
            </a:r>
            <a:endParaRPr b="0" i="0" sz="1400" u="none" cap="none" strike="noStrike">
              <a:solidFill>
                <a:schemeClr val="dk1"/>
              </a:solidFill>
              <a:latin typeface="Poppins Medium"/>
              <a:ea typeface="Poppins Medium"/>
              <a:cs typeface="Poppins Medium"/>
              <a:sym typeface="Poppins Medium"/>
            </a:endParaRPr>
          </a:p>
        </p:txBody>
      </p:sp>
      <p:grpSp>
        <p:nvGrpSpPr>
          <p:cNvPr id="589" name="Google Shape;589;p15"/>
          <p:cNvGrpSpPr/>
          <p:nvPr/>
        </p:nvGrpSpPr>
        <p:grpSpPr>
          <a:xfrm>
            <a:off x="1170565" y="5822050"/>
            <a:ext cx="2576179" cy="193955"/>
            <a:chOff x="7983868" y="4410957"/>
            <a:chExt cx="3483823" cy="220961"/>
          </a:xfrm>
        </p:grpSpPr>
        <p:sp>
          <p:nvSpPr>
            <p:cNvPr id="590" name="Google Shape;590;p15"/>
            <p:cNvSpPr/>
            <p:nvPr/>
          </p:nvSpPr>
          <p:spPr>
            <a:xfrm>
              <a:off x="7983868" y="4410957"/>
              <a:ext cx="831878" cy="220961"/>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91" name="Google Shape;591;p15"/>
            <p:cNvSpPr/>
            <p:nvPr/>
          </p:nvSpPr>
          <p:spPr>
            <a:xfrm>
              <a:off x="8867851" y="4410957"/>
              <a:ext cx="831878" cy="220961"/>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92" name="Google Shape;592;p15"/>
            <p:cNvSpPr/>
            <p:nvPr/>
          </p:nvSpPr>
          <p:spPr>
            <a:xfrm>
              <a:off x="9751831" y="4410957"/>
              <a:ext cx="831878" cy="220961"/>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93" name="Google Shape;593;p15"/>
            <p:cNvSpPr/>
            <p:nvPr/>
          </p:nvSpPr>
          <p:spPr>
            <a:xfrm>
              <a:off x="10635813" y="4410957"/>
              <a:ext cx="831878" cy="220961"/>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594" name="Google Shape;594;p15"/>
          <p:cNvSpPr/>
          <p:nvPr/>
        </p:nvSpPr>
        <p:spPr>
          <a:xfrm>
            <a:off x="4221781" y="5476523"/>
            <a:ext cx="99257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Net Profit</a:t>
            </a:r>
            <a:endParaRPr b="0" i="0" sz="1400" u="none" cap="none" strike="noStrike">
              <a:solidFill>
                <a:schemeClr val="dk1"/>
              </a:solidFill>
              <a:latin typeface="Poppins Medium"/>
              <a:ea typeface="Poppins Medium"/>
              <a:cs typeface="Poppins Medium"/>
              <a:sym typeface="Poppins Medium"/>
            </a:endParaRPr>
          </a:p>
        </p:txBody>
      </p:sp>
      <p:sp>
        <p:nvSpPr>
          <p:cNvPr id="595" name="Google Shape;595;p15"/>
          <p:cNvSpPr/>
          <p:nvPr/>
        </p:nvSpPr>
        <p:spPr>
          <a:xfrm>
            <a:off x="6150427" y="5476523"/>
            <a:ext cx="740908"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$500K</a:t>
            </a:r>
            <a:endParaRPr b="0" i="0" sz="1400" u="none" cap="none" strike="noStrike">
              <a:solidFill>
                <a:schemeClr val="dk1"/>
              </a:solidFill>
              <a:latin typeface="Poppins Medium"/>
              <a:ea typeface="Poppins Medium"/>
              <a:cs typeface="Poppins Medium"/>
              <a:sym typeface="Poppins Medium"/>
            </a:endParaRPr>
          </a:p>
        </p:txBody>
      </p:sp>
      <p:grpSp>
        <p:nvGrpSpPr>
          <p:cNvPr id="596" name="Google Shape;596;p15"/>
          <p:cNvGrpSpPr/>
          <p:nvPr/>
        </p:nvGrpSpPr>
        <p:grpSpPr>
          <a:xfrm>
            <a:off x="4315152" y="5822050"/>
            <a:ext cx="2576179" cy="193955"/>
            <a:chOff x="7983868" y="4410957"/>
            <a:chExt cx="3483823" cy="220961"/>
          </a:xfrm>
        </p:grpSpPr>
        <p:sp>
          <p:nvSpPr>
            <p:cNvPr id="597" name="Google Shape;597;p15"/>
            <p:cNvSpPr/>
            <p:nvPr/>
          </p:nvSpPr>
          <p:spPr>
            <a:xfrm>
              <a:off x="7983868" y="4410957"/>
              <a:ext cx="831878" cy="220961"/>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98" name="Google Shape;598;p15"/>
            <p:cNvSpPr/>
            <p:nvPr/>
          </p:nvSpPr>
          <p:spPr>
            <a:xfrm>
              <a:off x="8867851" y="4410957"/>
              <a:ext cx="831878" cy="220961"/>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99" name="Google Shape;599;p15"/>
            <p:cNvSpPr/>
            <p:nvPr/>
          </p:nvSpPr>
          <p:spPr>
            <a:xfrm>
              <a:off x="9751831" y="4410957"/>
              <a:ext cx="831878" cy="220961"/>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00" name="Google Shape;600;p15"/>
            <p:cNvSpPr/>
            <p:nvPr/>
          </p:nvSpPr>
          <p:spPr>
            <a:xfrm>
              <a:off x="10635813" y="4410957"/>
              <a:ext cx="831878" cy="220961"/>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grpSp>
        <p:nvGrpSpPr>
          <p:cNvPr id="601" name="Google Shape;601;p15"/>
          <p:cNvGrpSpPr/>
          <p:nvPr/>
        </p:nvGrpSpPr>
        <p:grpSpPr>
          <a:xfrm>
            <a:off x="7835571" y="1400476"/>
            <a:ext cx="3246809" cy="3325907"/>
            <a:chOff x="7700573" y="3110453"/>
            <a:chExt cx="3246809" cy="3161945"/>
          </a:xfrm>
        </p:grpSpPr>
        <p:sp>
          <p:nvSpPr>
            <p:cNvPr id="602" name="Google Shape;602;p15"/>
            <p:cNvSpPr/>
            <p:nvPr/>
          </p:nvSpPr>
          <p:spPr>
            <a:xfrm>
              <a:off x="7779805" y="3331414"/>
              <a:ext cx="3167577" cy="2940984"/>
            </a:xfrm>
            <a:prstGeom prst="roundRect">
              <a:avLst>
                <a:gd fmla="val 651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03" name="Google Shape;603;p15"/>
            <p:cNvSpPr/>
            <p:nvPr/>
          </p:nvSpPr>
          <p:spPr>
            <a:xfrm>
              <a:off x="7700573" y="3110453"/>
              <a:ext cx="3167577" cy="3068502"/>
            </a:xfrm>
            <a:prstGeom prst="roundRect">
              <a:avLst>
                <a:gd fmla="val 651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604" name="Google Shape;604;p15"/>
          <p:cNvSpPr/>
          <p:nvPr/>
        </p:nvSpPr>
        <p:spPr>
          <a:xfrm>
            <a:off x="8025494" y="1677769"/>
            <a:ext cx="105830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Poppins Medium"/>
                <a:ea typeface="Poppins Medium"/>
                <a:cs typeface="Poppins Medium"/>
                <a:sym typeface="Poppins Medium"/>
              </a:rPr>
              <a:t>2028</a:t>
            </a:r>
            <a:endParaRPr b="0" i="0" sz="2800" u="none" cap="none" strike="noStrike">
              <a:solidFill>
                <a:schemeClr val="dk1"/>
              </a:solidFill>
              <a:latin typeface="Poppins Medium"/>
              <a:ea typeface="Poppins Medium"/>
              <a:cs typeface="Poppins Medium"/>
              <a:sym typeface="Poppins Medium"/>
            </a:endParaRPr>
          </a:p>
        </p:txBody>
      </p:sp>
      <p:sp>
        <p:nvSpPr>
          <p:cNvPr id="605" name="Google Shape;605;p15"/>
          <p:cNvSpPr/>
          <p:nvPr/>
        </p:nvSpPr>
        <p:spPr>
          <a:xfrm>
            <a:off x="8025494" y="2335717"/>
            <a:ext cx="95731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Revenue</a:t>
            </a:r>
            <a:endParaRPr b="0" i="0" sz="1400" u="none" cap="none" strike="noStrike">
              <a:solidFill>
                <a:schemeClr val="dk1"/>
              </a:solidFill>
              <a:latin typeface="Poppins Medium"/>
              <a:ea typeface="Poppins Medium"/>
              <a:cs typeface="Poppins Medium"/>
              <a:sym typeface="Poppins Medium"/>
            </a:endParaRPr>
          </a:p>
        </p:txBody>
      </p:sp>
      <p:sp>
        <p:nvSpPr>
          <p:cNvPr id="606" name="Google Shape;606;p15"/>
          <p:cNvSpPr/>
          <p:nvPr/>
        </p:nvSpPr>
        <p:spPr>
          <a:xfrm>
            <a:off x="10138484" y="2335717"/>
            <a:ext cx="556564"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$3M</a:t>
            </a:r>
            <a:endParaRPr b="0" i="0" sz="1400" u="none" cap="none" strike="noStrike">
              <a:solidFill>
                <a:schemeClr val="dk1"/>
              </a:solidFill>
              <a:latin typeface="Poppins Medium"/>
              <a:ea typeface="Poppins Medium"/>
              <a:cs typeface="Poppins Medium"/>
              <a:sym typeface="Poppins Medium"/>
            </a:endParaRPr>
          </a:p>
        </p:txBody>
      </p:sp>
      <p:grpSp>
        <p:nvGrpSpPr>
          <p:cNvPr id="607" name="Google Shape;607;p15"/>
          <p:cNvGrpSpPr/>
          <p:nvPr/>
        </p:nvGrpSpPr>
        <p:grpSpPr>
          <a:xfrm>
            <a:off x="8118865" y="2681244"/>
            <a:ext cx="2576179" cy="193955"/>
            <a:chOff x="7983868" y="4410957"/>
            <a:chExt cx="3483823" cy="220961"/>
          </a:xfrm>
        </p:grpSpPr>
        <p:sp>
          <p:nvSpPr>
            <p:cNvPr id="608" name="Google Shape;608;p15"/>
            <p:cNvSpPr/>
            <p:nvPr/>
          </p:nvSpPr>
          <p:spPr>
            <a:xfrm>
              <a:off x="7983868" y="4410957"/>
              <a:ext cx="831878" cy="220961"/>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09" name="Google Shape;609;p15"/>
            <p:cNvSpPr/>
            <p:nvPr/>
          </p:nvSpPr>
          <p:spPr>
            <a:xfrm>
              <a:off x="8867851" y="4410957"/>
              <a:ext cx="831878" cy="220961"/>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10" name="Google Shape;610;p15"/>
            <p:cNvSpPr/>
            <p:nvPr/>
          </p:nvSpPr>
          <p:spPr>
            <a:xfrm>
              <a:off x="9751831" y="4410957"/>
              <a:ext cx="831878" cy="220961"/>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11" name="Google Shape;611;p15"/>
            <p:cNvSpPr/>
            <p:nvPr/>
          </p:nvSpPr>
          <p:spPr>
            <a:xfrm>
              <a:off x="10635813" y="4410957"/>
              <a:ext cx="831878" cy="220961"/>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612" name="Google Shape;612;p15"/>
          <p:cNvSpPr/>
          <p:nvPr/>
        </p:nvSpPr>
        <p:spPr>
          <a:xfrm>
            <a:off x="8025494" y="3088428"/>
            <a:ext cx="99257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Net Profit</a:t>
            </a:r>
            <a:endParaRPr b="0" i="0" sz="1400" u="none" cap="none" strike="noStrike">
              <a:solidFill>
                <a:schemeClr val="dk1"/>
              </a:solidFill>
              <a:latin typeface="Poppins Medium"/>
              <a:ea typeface="Poppins Medium"/>
              <a:cs typeface="Poppins Medium"/>
              <a:sym typeface="Poppins Medium"/>
            </a:endParaRPr>
          </a:p>
        </p:txBody>
      </p:sp>
      <p:sp>
        <p:nvSpPr>
          <p:cNvPr id="613" name="Google Shape;613;p15"/>
          <p:cNvSpPr/>
          <p:nvPr/>
        </p:nvSpPr>
        <p:spPr>
          <a:xfrm>
            <a:off x="10034290" y="3088428"/>
            <a:ext cx="660758"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$1.8M</a:t>
            </a:r>
            <a:endParaRPr b="0" i="0" sz="1400" u="none" cap="none" strike="noStrike">
              <a:solidFill>
                <a:schemeClr val="dk1"/>
              </a:solidFill>
              <a:latin typeface="Poppins Medium"/>
              <a:ea typeface="Poppins Medium"/>
              <a:cs typeface="Poppins Medium"/>
              <a:sym typeface="Poppins Medium"/>
            </a:endParaRPr>
          </a:p>
        </p:txBody>
      </p:sp>
      <p:grpSp>
        <p:nvGrpSpPr>
          <p:cNvPr id="614" name="Google Shape;614;p15"/>
          <p:cNvGrpSpPr/>
          <p:nvPr/>
        </p:nvGrpSpPr>
        <p:grpSpPr>
          <a:xfrm>
            <a:off x="8118865" y="3433955"/>
            <a:ext cx="2576179" cy="193955"/>
            <a:chOff x="7983868" y="4410957"/>
            <a:chExt cx="3483823" cy="220961"/>
          </a:xfrm>
        </p:grpSpPr>
        <p:sp>
          <p:nvSpPr>
            <p:cNvPr id="615" name="Google Shape;615;p15"/>
            <p:cNvSpPr/>
            <p:nvPr/>
          </p:nvSpPr>
          <p:spPr>
            <a:xfrm>
              <a:off x="7983868" y="4410957"/>
              <a:ext cx="831878" cy="220961"/>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16" name="Google Shape;616;p15"/>
            <p:cNvSpPr/>
            <p:nvPr/>
          </p:nvSpPr>
          <p:spPr>
            <a:xfrm>
              <a:off x="8867851" y="4410957"/>
              <a:ext cx="831878" cy="220961"/>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17" name="Google Shape;617;p15"/>
            <p:cNvSpPr/>
            <p:nvPr/>
          </p:nvSpPr>
          <p:spPr>
            <a:xfrm>
              <a:off x="9751831" y="4410957"/>
              <a:ext cx="831878" cy="220961"/>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18" name="Google Shape;618;p15"/>
            <p:cNvSpPr/>
            <p:nvPr/>
          </p:nvSpPr>
          <p:spPr>
            <a:xfrm>
              <a:off x="10635813" y="4410957"/>
              <a:ext cx="831878" cy="220961"/>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619" name="Google Shape;619;p15"/>
          <p:cNvSpPr/>
          <p:nvPr/>
        </p:nvSpPr>
        <p:spPr>
          <a:xfrm>
            <a:off x="8025494" y="3841139"/>
            <a:ext cx="129073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Growth Rate</a:t>
            </a:r>
            <a:endParaRPr b="0" i="0" sz="1400" u="none" cap="none" strike="noStrike">
              <a:solidFill>
                <a:schemeClr val="dk1"/>
              </a:solidFill>
              <a:latin typeface="Poppins Medium"/>
              <a:ea typeface="Poppins Medium"/>
              <a:cs typeface="Poppins Medium"/>
              <a:sym typeface="Poppins Medium"/>
            </a:endParaRPr>
          </a:p>
        </p:txBody>
      </p:sp>
      <p:sp>
        <p:nvSpPr>
          <p:cNvPr id="620" name="Google Shape;620;p15"/>
          <p:cNvSpPr/>
          <p:nvPr/>
        </p:nvSpPr>
        <p:spPr>
          <a:xfrm>
            <a:off x="10146500" y="3841139"/>
            <a:ext cx="548548"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86%</a:t>
            </a:r>
            <a:endParaRPr b="0" i="0" sz="1400" u="none" cap="none" strike="noStrike">
              <a:solidFill>
                <a:schemeClr val="dk1"/>
              </a:solidFill>
              <a:latin typeface="Poppins Medium"/>
              <a:ea typeface="Poppins Medium"/>
              <a:cs typeface="Poppins Medium"/>
              <a:sym typeface="Poppins Medium"/>
            </a:endParaRPr>
          </a:p>
        </p:txBody>
      </p:sp>
      <p:grpSp>
        <p:nvGrpSpPr>
          <p:cNvPr id="621" name="Google Shape;621;p15"/>
          <p:cNvGrpSpPr/>
          <p:nvPr/>
        </p:nvGrpSpPr>
        <p:grpSpPr>
          <a:xfrm>
            <a:off x="8118865" y="4186666"/>
            <a:ext cx="2576179" cy="193955"/>
            <a:chOff x="7983868" y="4410957"/>
            <a:chExt cx="3483823" cy="220961"/>
          </a:xfrm>
        </p:grpSpPr>
        <p:sp>
          <p:nvSpPr>
            <p:cNvPr id="622" name="Google Shape;622;p15"/>
            <p:cNvSpPr/>
            <p:nvPr/>
          </p:nvSpPr>
          <p:spPr>
            <a:xfrm>
              <a:off x="7983868" y="4410957"/>
              <a:ext cx="831878" cy="220961"/>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23" name="Google Shape;623;p15"/>
            <p:cNvSpPr/>
            <p:nvPr/>
          </p:nvSpPr>
          <p:spPr>
            <a:xfrm>
              <a:off x="8867851" y="4410957"/>
              <a:ext cx="831878" cy="220961"/>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24" name="Google Shape;624;p15"/>
            <p:cNvSpPr/>
            <p:nvPr/>
          </p:nvSpPr>
          <p:spPr>
            <a:xfrm>
              <a:off x="9751831" y="4410957"/>
              <a:ext cx="831878" cy="220961"/>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25" name="Google Shape;625;p15"/>
            <p:cNvSpPr/>
            <p:nvPr/>
          </p:nvSpPr>
          <p:spPr>
            <a:xfrm>
              <a:off x="10635813" y="4410957"/>
              <a:ext cx="831878" cy="220961"/>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626" name="Google Shape;626;p15"/>
          <p:cNvSpPr/>
          <p:nvPr/>
        </p:nvSpPr>
        <p:spPr>
          <a:xfrm>
            <a:off x="7335928" y="5023625"/>
            <a:ext cx="2257573" cy="944291"/>
          </a:xfrm>
          <a:custGeom>
            <a:rect b="b" l="l" r="r" t="t"/>
            <a:pathLst>
              <a:path extrusionOk="0" h="267651" w="639889">
                <a:moveTo>
                  <a:pt x="640336" y="-2056"/>
                </a:moveTo>
                <a:cubicBezTo>
                  <a:pt x="626744" y="12896"/>
                  <a:pt x="617543" y="31377"/>
                  <a:pt x="613761" y="51282"/>
                </a:cubicBezTo>
                <a:cubicBezTo>
                  <a:pt x="612037" y="60047"/>
                  <a:pt x="611208" y="68905"/>
                  <a:pt x="611285" y="77858"/>
                </a:cubicBezTo>
                <a:lnTo>
                  <a:pt x="611285" y="104528"/>
                </a:lnTo>
                <a:lnTo>
                  <a:pt x="610047" y="211017"/>
                </a:lnTo>
                <a:lnTo>
                  <a:pt x="610047" y="224353"/>
                </a:lnTo>
                <a:cubicBezTo>
                  <a:pt x="610180" y="226734"/>
                  <a:pt x="610180" y="229209"/>
                  <a:pt x="610047" y="231590"/>
                </a:cubicBezTo>
                <a:cubicBezTo>
                  <a:pt x="609761" y="234162"/>
                  <a:pt x="609180" y="236639"/>
                  <a:pt x="608332" y="239115"/>
                </a:cubicBezTo>
                <a:cubicBezTo>
                  <a:pt x="604931" y="249022"/>
                  <a:pt x="597531" y="257023"/>
                  <a:pt x="587948" y="261118"/>
                </a:cubicBezTo>
                <a:cubicBezTo>
                  <a:pt x="583234" y="263118"/>
                  <a:pt x="578128" y="264167"/>
                  <a:pt x="572994" y="263976"/>
                </a:cubicBezTo>
                <a:lnTo>
                  <a:pt x="559659" y="263976"/>
                </a:lnTo>
                <a:lnTo>
                  <a:pt x="533084" y="263976"/>
                </a:lnTo>
                <a:lnTo>
                  <a:pt x="426500" y="263309"/>
                </a:lnTo>
                <a:lnTo>
                  <a:pt x="213425" y="263309"/>
                </a:lnTo>
                <a:cubicBezTo>
                  <a:pt x="142464" y="263881"/>
                  <a:pt x="71408" y="264167"/>
                  <a:pt x="446" y="265595"/>
                </a:cubicBezTo>
                <a:lnTo>
                  <a:pt x="446" y="253117"/>
                </a:lnTo>
                <a:cubicBezTo>
                  <a:pt x="71408" y="254547"/>
                  <a:pt x="142464" y="254737"/>
                  <a:pt x="213425" y="255309"/>
                </a:cubicBezTo>
                <a:lnTo>
                  <a:pt x="426500" y="255309"/>
                </a:lnTo>
                <a:lnTo>
                  <a:pt x="533084" y="254642"/>
                </a:lnTo>
                <a:lnTo>
                  <a:pt x="559659" y="254642"/>
                </a:lnTo>
                <a:lnTo>
                  <a:pt x="572994" y="254642"/>
                </a:lnTo>
                <a:cubicBezTo>
                  <a:pt x="576795" y="254737"/>
                  <a:pt x="580557" y="253975"/>
                  <a:pt x="584043" y="252452"/>
                </a:cubicBezTo>
                <a:cubicBezTo>
                  <a:pt x="590920" y="249308"/>
                  <a:pt x="596149" y="243496"/>
                  <a:pt x="598426" y="236259"/>
                </a:cubicBezTo>
                <a:cubicBezTo>
                  <a:pt x="599550" y="232543"/>
                  <a:pt x="599969" y="228639"/>
                  <a:pt x="599664" y="224732"/>
                </a:cubicBezTo>
                <a:lnTo>
                  <a:pt x="599664" y="211398"/>
                </a:lnTo>
                <a:lnTo>
                  <a:pt x="598426" y="104909"/>
                </a:lnTo>
                <a:lnTo>
                  <a:pt x="598426" y="78239"/>
                </a:lnTo>
                <a:cubicBezTo>
                  <a:pt x="598502" y="69286"/>
                  <a:pt x="597673" y="60426"/>
                  <a:pt x="595949" y="51664"/>
                </a:cubicBezTo>
                <a:cubicBezTo>
                  <a:pt x="592168" y="31756"/>
                  <a:pt x="582967" y="13278"/>
                  <a:pt x="569375" y="-167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cxnSp>
        <p:nvCxnSpPr>
          <p:cNvPr id="627" name="Google Shape;627;p15"/>
          <p:cNvCxnSpPr/>
          <p:nvPr/>
        </p:nvCxnSpPr>
        <p:spPr>
          <a:xfrm>
            <a:off x="8464714" y="5023625"/>
            <a:ext cx="1992766" cy="0"/>
          </a:xfrm>
          <a:prstGeom prst="straightConnector1">
            <a:avLst/>
          </a:prstGeom>
          <a:noFill/>
          <a:ln cap="flat" cmpd="sng" w="19050">
            <a:solidFill>
              <a:schemeClr val="accent3"/>
            </a:solidFill>
            <a:prstDash val="solid"/>
            <a:miter lim="800000"/>
            <a:headEnd len="sm" w="sm" type="none"/>
            <a:tailEnd len="sm" w="sm" type="none"/>
          </a:ln>
        </p:spPr>
      </p:cxnSp>
      <p:grpSp>
        <p:nvGrpSpPr>
          <p:cNvPr id="628" name="Google Shape;628;p15"/>
          <p:cNvGrpSpPr/>
          <p:nvPr/>
        </p:nvGrpSpPr>
        <p:grpSpPr>
          <a:xfrm flipH="1">
            <a:off x="6539475" y="3232743"/>
            <a:ext cx="395937" cy="395937"/>
            <a:chOff x="962802" y="1650514"/>
            <a:chExt cx="775113" cy="775113"/>
          </a:xfrm>
        </p:grpSpPr>
        <p:sp>
          <p:nvSpPr>
            <p:cNvPr id="629" name="Google Shape;629;p15"/>
            <p:cNvSpPr/>
            <p:nvPr/>
          </p:nvSpPr>
          <p:spPr>
            <a:xfrm rot="1227431">
              <a:off x="1049096" y="1736808"/>
              <a:ext cx="602525" cy="602525"/>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nvGrpSpPr>
            <p:cNvPr id="630" name="Google Shape;630;p15"/>
            <p:cNvGrpSpPr/>
            <p:nvPr/>
          </p:nvGrpSpPr>
          <p:grpSpPr>
            <a:xfrm>
              <a:off x="1165191" y="1977117"/>
              <a:ext cx="387710" cy="235300"/>
              <a:chOff x="1165191" y="1977117"/>
              <a:chExt cx="387710" cy="235300"/>
            </a:xfrm>
          </p:grpSpPr>
          <p:sp>
            <p:nvSpPr>
              <p:cNvPr id="631" name="Google Shape;631;p15"/>
              <p:cNvSpPr/>
              <p:nvPr/>
            </p:nvSpPr>
            <p:spPr>
              <a:xfrm rot="1227431">
                <a:off x="1415589" y="1988489"/>
                <a:ext cx="103428" cy="212556"/>
              </a:xfrm>
              <a:custGeom>
                <a:rect b="b" l="l" r="r" t="t"/>
                <a:pathLst>
                  <a:path extrusionOk="0" h="261" w="127">
                    <a:moveTo>
                      <a:pt x="0" y="0"/>
                    </a:moveTo>
                    <a:lnTo>
                      <a:pt x="127" y="129"/>
                    </a:lnTo>
                    <a:lnTo>
                      <a:pt x="0" y="261"/>
                    </a:lnTo>
                  </a:path>
                </a:pathLst>
              </a:custGeom>
              <a:noFill/>
              <a:ln cap="flat" cmpd="sng" w="19050">
                <a:solidFill>
                  <a:schemeClr val="accent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cxnSp>
            <p:nvCxnSpPr>
              <p:cNvPr id="632" name="Google Shape;632;p15"/>
              <p:cNvCxnSpPr/>
              <p:nvPr/>
            </p:nvCxnSpPr>
            <p:spPr>
              <a:xfrm rot="-9572569">
                <a:off x="1153378" y="2046230"/>
                <a:ext cx="374616" cy="0"/>
              </a:xfrm>
              <a:prstGeom prst="straightConnector1">
                <a:avLst/>
              </a:prstGeom>
              <a:noFill/>
              <a:ln cap="flat" cmpd="sng" w="19050">
                <a:solidFill>
                  <a:schemeClr val="accent3"/>
                </a:solidFill>
                <a:prstDash val="solid"/>
                <a:miter lim="800000"/>
                <a:headEnd len="sm" w="sm" type="none"/>
                <a:tailEnd len="sm" w="sm" type="none"/>
              </a:ln>
            </p:spPr>
          </p:cxnSp>
        </p:gr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16"/>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638" name="Google Shape;638;p16"/>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39" name="Google Shape;639;p16"/>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40" name="Google Shape;640;p16"/>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641" name="Google Shape;641;p16"/>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642" name="Google Shape;642;p16"/>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643" name="Google Shape;643;p16"/>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644" name="Google Shape;644;p16"/>
          <p:cNvGrpSpPr/>
          <p:nvPr/>
        </p:nvGrpSpPr>
        <p:grpSpPr>
          <a:xfrm>
            <a:off x="6997702" y="669152"/>
            <a:ext cx="95248" cy="68286"/>
            <a:chOff x="3790" y="2022"/>
            <a:chExt cx="282" cy="150"/>
          </a:xfrm>
        </p:grpSpPr>
        <p:cxnSp>
          <p:nvCxnSpPr>
            <p:cNvPr id="645" name="Google Shape;645;p16"/>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646" name="Google Shape;646;p16"/>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647" name="Google Shape;647;p16"/>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648" name="Google Shape;648;p16"/>
          <p:cNvSpPr txBox="1"/>
          <p:nvPr/>
        </p:nvSpPr>
        <p:spPr>
          <a:xfrm>
            <a:off x="533400" y="1549747"/>
            <a:ext cx="5067300" cy="144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Poppins Medium"/>
                <a:ea typeface="Poppins Medium"/>
                <a:cs typeface="Poppins Medium"/>
                <a:sym typeface="Poppins Medium"/>
              </a:rPr>
              <a:t>Key Partnerships Secured.</a:t>
            </a:r>
            <a:endParaRPr b="0" i="0" sz="1400" u="none" cap="none" strike="noStrike">
              <a:solidFill>
                <a:srgbClr val="000000"/>
              </a:solidFill>
              <a:latin typeface="Arial"/>
              <a:ea typeface="Arial"/>
              <a:cs typeface="Arial"/>
              <a:sym typeface="Arial"/>
            </a:endParaRPr>
          </a:p>
        </p:txBody>
      </p:sp>
      <p:sp>
        <p:nvSpPr>
          <p:cNvPr id="649" name="Google Shape;649;p16"/>
          <p:cNvSpPr/>
          <p:nvPr/>
        </p:nvSpPr>
        <p:spPr>
          <a:xfrm>
            <a:off x="4669154" y="4870536"/>
            <a:ext cx="255711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Payment Solutions</a:t>
            </a:r>
            <a:endParaRPr b="0" i="0" sz="2000" u="none" cap="none" strike="noStrike">
              <a:solidFill>
                <a:schemeClr val="dk1"/>
              </a:solidFill>
              <a:latin typeface="Poppins"/>
              <a:ea typeface="Poppins"/>
              <a:cs typeface="Poppins"/>
              <a:sym typeface="Poppins"/>
            </a:endParaRPr>
          </a:p>
        </p:txBody>
      </p:sp>
      <p:sp>
        <p:nvSpPr>
          <p:cNvPr id="650" name="Google Shape;650;p16"/>
          <p:cNvSpPr/>
          <p:nvPr/>
        </p:nvSpPr>
        <p:spPr>
          <a:xfrm>
            <a:off x="4669155" y="5343720"/>
            <a:ext cx="3229139"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 Mountains, she had a last.</a:t>
            </a:r>
            <a:endParaRPr b="0" i="0" sz="1400" u="none" cap="none" strike="noStrike">
              <a:solidFill>
                <a:srgbClr val="000000"/>
              </a:solidFill>
              <a:latin typeface="Arial"/>
              <a:ea typeface="Arial"/>
              <a:cs typeface="Arial"/>
              <a:sym typeface="Arial"/>
            </a:endParaRPr>
          </a:p>
        </p:txBody>
      </p:sp>
      <p:sp>
        <p:nvSpPr>
          <p:cNvPr id="651" name="Google Shape;651;p16"/>
          <p:cNvSpPr/>
          <p:nvPr/>
        </p:nvSpPr>
        <p:spPr>
          <a:xfrm>
            <a:off x="8563934" y="4870536"/>
            <a:ext cx="268695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Enterprise Adoption</a:t>
            </a:r>
            <a:endParaRPr b="0" i="0" sz="2000" u="none" cap="none" strike="noStrike">
              <a:solidFill>
                <a:schemeClr val="dk1"/>
              </a:solidFill>
              <a:latin typeface="Poppins"/>
              <a:ea typeface="Poppins"/>
              <a:cs typeface="Poppins"/>
              <a:sym typeface="Poppins"/>
            </a:endParaRPr>
          </a:p>
        </p:txBody>
      </p:sp>
      <p:sp>
        <p:nvSpPr>
          <p:cNvPr id="652" name="Google Shape;652;p16"/>
          <p:cNvSpPr/>
          <p:nvPr/>
        </p:nvSpPr>
        <p:spPr>
          <a:xfrm>
            <a:off x="8563934" y="5343720"/>
            <a:ext cx="2963463"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Even the all-powerful Pointing has no control about the blind texts.</a:t>
            </a:r>
            <a:endParaRPr b="0" i="0" sz="1400" u="none" cap="none" strike="noStrike">
              <a:solidFill>
                <a:srgbClr val="000000"/>
              </a:solidFill>
              <a:latin typeface="Arial"/>
              <a:ea typeface="Arial"/>
              <a:cs typeface="Arial"/>
              <a:sym typeface="Arial"/>
            </a:endParaRPr>
          </a:p>
        </p:txBody>
      </p:sp>
      <p:grpSp>
        <p:nvGrpSpPr>
          <p:cNvPr id="653" name="Google Shape;653;p16"/>
          <p:cNvGrpSpPr/>
          <p:nvPr/>
        </p:nvGrpSpPr>
        <p:grpSpPr>
          <a:xfrm>
            <a:off x="664603" y="4420939"/>
            <a:ext cx="10386652" cy="116681"/>
            <a:chOff x="664603" y="4420939"/>
            <a:chExt cx="10386652" cy="116681"/>
          </a:xfrm>
        </p:grpSpPr>
        <p:cxnSp>
          <p:nvCxnSpPr>
            <p:cNvPr id="654" name="Google Shape;654;p16"/>
            <p:cNvCxnSpPr/>
            <p:nvPr/>
          </p:nvCxnSpPr>
          <p:spPr>
            <a:xfrm>
              <a:off x="664603" y="4479279"/>
              <a:ext cx="10386652" cy="0"/>
            </a:xfrm>
            <a:prstGeom prst="straightConnector1">
              <a:avLst/>
            </a:prstGeom>
            <a:noFill/>
            <a:ln cap="flat" cmpd="sng" w="19050">
              <a:solidFill>
                <a:schemeClr val="accent3"/>
              </a:solidFill>
              <a:prstDash val="solid"/>
              <a:miter lim="800000"/>
              <a:headEnd len="sm" w="sm" type="none"/>
              <a:tailEnd len="sm" w="sm" type="none"/>
            </a:ln>
          </p:spPr>
        </p:cxnSp>
        <p:sp>
          <p:nvSpPr>
            <p:cNvPr id="655" name="Google Shape;655;p16"/>
            <p:cNvSpPr/>
            <p:nvPr/>
          </p:nvSpPr>
          <p:spPr>
            <a:xfrm>
              <a:off x="4772233" y="4420939"/>
              <a:ext cx="116681" cy="116681"/>
            </a:xfrm>
            <a:prstGeom prst="ellipse">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56" name="Google Shape;656;p16"/>
            <p:cNvSpPr/>
            <p:nvPr/>
          </p:nvSpPr>
          <p:spPr>
            <a:xfrm>
              <a:off x="8680719" y="4420939"/>
              <a:ext cx="116681" cy="116681"/>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57" name="Google Shape;657;p16"/>
            <p:cNvSpPr/>
            <p:nvPr/>
          </p:nvSpPr>
          <p:spPr>
            <a:xfrm>
              <a:off x="1006945" y="4420939"/>
              <a:ext cx="116681" cy="116681"/>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658" name="Google Shape;658;p16"/>
          <p:cNvSpPr/>
          <p:nvPr/>
        </p:nvSpPr>
        <p:spPr>
          <a:xfrm>
            <a:off x="890160" y="4870536"/>
            <a:ext cx="3113353"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Infrastructure Provider</a:t>
            </a:r>
            <a:endParaRPr b="0" i="0" sz="2000" u="none" cap="none" strike="noStrike">
              <a:solidFill>
                <a:schemeClr val="dk1"/>
              </a:solidFill>
              <a:latin typeface="Poppins"/>
              <a:ea typeface="Poppins"/>
              <a:cs typeface="Poppins"/>
              <a:sym typeface="Poppins"/>
            </a:endParaRPr>
          </a:p>
        </p:txBody>
      </p:sp>
      <p:sp>
        <p:nvSpPr>
          <p:cNvPr id="659" name="Google Shape;659;p16"/>
          <p:cNvSpPr/>
          <p:nvPr/>
        </p:nvSpPr>
        <p:spPr>
          <a:xfrm>
            <a:off x="890160" y="5343720"/>
            <a:ext cx="2963463"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Even the all-powerful Pointing has no control about the blind texts.</a:t>
            </a:r>
            <a:endParaRPr b="0" i="0" sz="1400" u="none" cap="none" strike="noStrike">
              <a:solidFill>
                <a:srgbClr val="000000"/>
              </a:solidFill>
              <a:latin typeface="Arial"/>
              <a:ea typeface="Arial"/>
              <a:cs typeface="Arial"/>
              <a:sym typeface="Arial"/>
            </a:endParaRPr>
          </a:p>
        </p:txBody>
      </p:sp>
      <p:grpSp>
        <p:nvGrpSpPr>
          <p:cNvPr id="660" name="Google Shape;660;p16"/>
          <p:cNvGrpSpPr/>
          <p:nvPr/>
        </p:nvGrpSpPr>
        <p:grpSpPr>
          <a:xfrm>
            <a:off x="5838827" y="2596152"/>
            <a:ext cx="2317749" cy="1138525"/>
            <a:chOff x="6583781" y="2091197"/>
            <a:chExt cx="2362297" cy="1253843"/>
          </a:xfrm>
        </p:grpSpPr>
        <p:sp>
          <p:nvSpPr>
            <p:cNvPr id="661" name="Google Shape;661;p16"/>
            <p:cNvSpPr/>
            <p:nvPr/>
          </p:nvSpPr>
          <p:spPr>
            <a:xfrm>
              <a:off x="6625551" y="2136729"/>
              <a:ext cx="2320527" cy="1208311"/>
            </a:xfrm>
            <a:prstGeom prst="roundRect">
              <a:avLst>
                <a:gd fmla="val 8826"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62" name="Google Shape;662;p16"/>
            <p:cNvSpPr/>
            <p:nvPr/>
          </p:nvSpPr>
          <p:spPr>
            <a:xfrm>
              <a:off x="6583781" y="2091197"/>
              <a:ext cx="2320527" cy="1208311"/>
            </a:xfrm>
            <a:prstGeom prst="roundRect">
              <a:avLst>
                <a:gd fmla="val 8826"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663" name="Google Shape;663;p16"/>
          <p:cNvSpPr txBox="1"/>
          <p:nvPr/>
        </p:nvSpPr>
        <p:spPr>
          <a:xfrm>
            <a:off x="6434784" y="2703460"/>
            <a:ext cx="1013277"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Poppins Medium"/>
                <a:ea typeface="Poppins Medium"/>
                <a:cs typeface="Poppins Medium"/>
                <a:sym typeface="Poppins Medium"/>
              </a:rPr>
              <a:t>10+</a:t>
            </a:r>
            <a:endParaRPr b="0" i="0" sz="1400" u="none" cap="none" strike="noStrike">
              <a:solidFill>
                <a:srgbClr val="000000"/>
              </a:solidFill>
              <a:latin typeface="Arial"/>
              <a:ea typeface="Arial"/>
              <a:cs typeface="Arial"/>
              <a:sym typeface="Arial"/>
            </a:endParaRPr>
          </a:p>
        </p:txBody>
      </p:sp>
      <p:sp>
        <p:nvSpPr>
          <p:cNvPr id="664" name="Google Shape;664;p16"/>
          <p:cNvSpPr txBox="1"/>
          <p:nvPr/>
        </p:nvSpPr>
        <p:spPr>
          <a:xfrm>
            <a:off x="5636899" y="3195175"/>
            <a:ext cx="2609047"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Poppins"/>
                <a:ea typeface="Poppins"/>
                <a:cs typeface="Poppins"/>
                <a:sym typeface="Poppins"/>
              </a:rPr>
              <a:t>Global Suppliers</a:t>
            </a:r>
            <a:endParaRPr b="0" i="0" sz="1400" u="none" cap="none" strike="noStrike">
              <a:solidFill>
                <a:srgbClr val="000000"/>
              </a:solidFill>
              <a:latin typeface="Arial"/>
              <a:ea typeface="Arial"/>
              <a:cs typeface="Arial"/>
              <a:sym typeface="Arial"/>
            </a:endParaRPr>
          </a:p>
        </p:txBody>
      </p:sp>
      <p:grpSp>
        <p:nvGrpSpPr>
          <p:cNvPr id="665" name="Google Shape;665;p16"/>
          <p:cNvGrpSpPr/>
          <p:nvPr/>
        </p:nvGrpSpPr>
        <p:grpSpPr>
          <a:xfrm>
            <a:off x="8367396" y="2725960"/>
            <a:ext cx="1001012" cy="899636"/>
            <a:chOff x="5857493" y="3214687"/>
            <a:chExt cx="478726" cy="430244"/>
          </a:xfrm>
        </p:grpSpPr>
        <p:sp>
          <p:nvSpPr>
            <p:cNvPr id="666" name="Google Shape;666;p16"/>
            <p:cNvSpPr/>
            <p:nvPr/>
          </p:nvSpPr>
          <p:spPr>
            <a:xfrm>
              <a:off x="5857874" y="3214687"/>
              <a:ext cx="9525" cy="430244"/>
            </a:xfrm>
            <a:custGeom>
              <a:rect b="b" l="l" r="r" t="t"/>
              <a:pathLst>
                <a:path extrusionOk="0" h="430244" w="9525">
                  <a:moveTo>
                    <a:pt x="0" y="0"/>
                  </a:moveTo>
                  <a:lnTo>
                    <a:pt x="0" y="430244"/>
                  </a:lnTo>
                </a:path>
              </a:pathLst>
            </a:custGeom>
            <a:noFill/>
            <a:ln cap="flat" cmpd="sng" w="19050">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67" name="Google Shape;667;p16"/>
            <p:cNvSpPr/>
            <p:nvPr/>
          </p:nvSpPr>
          <p:spPr>
            <a:xfrm>
              <a:off x="5857493" y="3402139"/>
              <a:ext cx="478726" cy="55340"/>
            </a:xfrm>
            <a:custGeom>
              <a:rect b="b" l="l" r="r" t="t"/>
              <a:pathLst>
                <a:path extrusionOk="0" h="55340" w="478726">
                  <a:moveTo>
                    <a:pt x="597" y="-624"/>
                  </a:moveTo>
                  <a:cubicBezTo>
                    <a:pt x="8112" y="9197"/>
                    <a:pt x="18599" y="16312"/>
                    <a:pt x="30506" y="19665"/>
                  </a:cubicBezTo>
                  <a:cubicBezTo>
                    <a:pt x="40383" y="21579"/>
                    <a:pt x="50460" y="22313"/>
                    <a:pt x="60509" y="21855"/>
                  </a:cubicBezTo>
                  <a:lnTo>
                    <a:pt x="120326" y="22808"/>
                  </a:lnTo>
                  <a:lnTo>
                    <a:pt x="239960" y="23951"/>
                  </a:lnTo>
                  <a:lnTo>
                    <a:pt x="359309" y="23951"/>
                  </a:lnTo>
                  <a:cubicBezTo>
                    <a:pt x="399123" y="23951"/>
                    <a:pt x="439033" y="23380"/>
                    <a:pt x="478943" y="22236"/>
                  </a:cubicBezTo>
                  <a:lnTo>
                    <a:pt x="478943" y="31761"/>
                  </a:lnTo>
                  <a:cubicBezTo>
                    <a:pt x="439033" y="30713"/>
                    <a:pt x="399123" y="30523"/>
                    <a:pt x="359309" y="30047"/>
                  </a:cubicBezTo>
                  <a:lnTo>
                    <a:pt x="239579" y="30047"/>
                  </a:lnTo>
                  <a:lnTo>
                    <a:pt x="119945" y="31285"/>
                  </a:lnTo>
                  <a:lnTo>
                    <a:pt x="60128" y="32238"/>
                  </a:lnTo>
                  <a:cubicBezTo>
                    <a:pt x="50080" y="31733"/>
                    <a:pt x="40002" y="32466"/>
                    <a:pt x="30125" y="34428"/>
                  </a:cubicBezTo>
                  <a:cubicBezTo>
                    <a:pt x="18218" y="37781"/>
                    <a:pt x="7731" y="44896"/>
                    <a:pt x="216" y="5471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
        <p:nvSpPr>
          <p:cNvPr id="668" name="Google Shape;668;p16"/>
          <p:cNvSpPr/>
          <p:nvPr/>
        </p:nvSpPr>
        <p:spPr>
          <a:xfrm>
            <a:off x="670841" y="3055706"/>
            <a:ext cx="227542" cy="264584"/>
          </a:xfrm>
          <a:custGeom>
            <a:rect b="b" l="l" r="r" t="t"/>
            <a:pathLst>
              <a:path extrusionOk="0" h="272" w="234">
                <a:moveTo>
                  <a:pt x="228" y="249"/>
                </a:moveTo>
                <a:cubicBezTo>
                  <a:pt x="188" y="231"/>
                  <a:pt x="150" y="207"/>
                  <a:pt x="118" y="177"/>
                </a:cubicBezTo>
                <a:cubicBezTo>
                  <a:pt x="123" y="168"/>
                  <a:pt x="129" y="159"/>
                  <a:pt x="135" y="150"/>
                </a:cubicBezTo>
                <a:cubicBezTo>
                  <a:pt x="138" y="153"/>
                  <a:pt x="142" y="157"/>
                  <a:pt x="145" y="161"/>
                </a:cubicBezTo>
                <a:cubicBezTo>
                  <a:pt x="157" y="172"/>
                  <a:pt x="170" y="183"/>
                  <a:pt x="183" y="194"/>
                </a:cubicBezTo>
                <a:cubicBezTo>
                  <a:pt x="188" y="197"/>
                  <a:pt x="193" y="198"/>
                  <a:pt x="197" y="194"/>
                </a:cubicBezTo>
                <a:cubicBezTo>
                  <a:pt x="201" y="190"/>
                  <a:pt x="202" y="183"/>
                  <a:pt x="197" y="180"/>
                </a:cubicBezTo>
                <a:cubicBezTo>
                  <a:pt x="179" y="165"/>
                  <a:pt x="162" y="149"/>
                  <a:pt x="146" y="132"/>
                </a:cubicBezTo>
                <a:cubicBezTo>
                  <a:pt x="157" y="115"/>
                  <a:pt x="168" y="98"/>
                  <a:pt x="179" y="81"/>
                </a:cubicBezTo>
                <a:cubicBezTo>
                  <a:pt x="186" y="70"/>
                  <a:pt x="168" y="60"/>
                  <a:pt x="161" y="71"/>
                </a:cubicBezTo>
                <a:cubicBezTo>
                  <a:pt x="152" y="86"/>
                  <a:pt x="142" y="101"/>
                  <a:pt x="132" y="117"/>
                </a:cubicBezTo>
                <a:cubicBezTo>
                  <a:pt x="126" y="110"/>
                  <a:pt x="121" y="103"/>
                  <a:pt x="116" y="96"/>
                </a:cubicBezTo>
                <a:cubicBezTo>
                  <a:pt x="128" y="80"/>
                  <a:pt x="140" y="64"/>
                  <a:pt x="153" y="49"/>
                </a:cubicBezTo>
                <a:cubicBezTo>
                  <a:pt x="157" y="44"/>
                  <a:pt x="158" y="38"/>
                  <a:pt x="153" y="34"/>
                </a:cubicBezTo>
                <a:cubicBezTo>
                  <a:pt x="150" y="31"/>
                  <a:pt x="143" y="30"/>
                  <a:pt x="139" y="34"/>
                </a:cubicBezTo>
                <a:cubicBezTo>
                  <a:pt x="127" y="49"/>
                  <a:pt x="115" y="64"/>
                  <a:pt x="103" y="79"/>
                </a:cubicBezTo>
                <a:cubicBezTo>
                  <a:pt x="97" y="70"/>
                  <a:pt x="91" y="60"/>
                  <a:pt x="85" y="50"/>
                </a:cubicBezTo>
                <a:cubicBezTo>
                  <a:pt x="77" y="36"/>
                  <a:pt x="69" y="21"/>
                  <a:pt x="62" y="6"/>
                </a:cubicBezTo>
                <a:cubicBezTo>
                  <a:pt x="60" y="1"/>
                  <a:pt x="53" y="0"/>
                  <a:pt x="49" y="2"/>
                </a:cubicBezTo>
                <a:cubicBezTo>
                  <a:pt x="44" y="5"/>
                  <a:pt x="43" y="11"/>
                  <a:pt x="45" y="16"/>
                </a:cubicBezTo>
                <a:cubicBezTo>
                  <a:pt x="58" y="44"/>
                  <a:pt x="73" y="71"/>
                  <a:pt x="91" y="96"/>
                </a:cubicBezTo>
                <a:cubicBezTo>
                  <a:pt x="84" y="106"/>
                  <a:pt x="77" y="116"/>
                  <a:pt x="71" y="126"/>
                </a:cubicBezTo>
                <a:cubicBezTo>
                  <a:pt x="64" y="117"/>
                  <a:pt x="58" y="108"/>
                  <a:pt x="52" y="99"/>
                </a:cubicBezTo>
                <a:cubicBezTo>
                  <a:pt x="40" y="80"/>
                  <a:pt x="30" y="61"/>
                  <a:pt x="21" y="40"/>
                </a:cubicBezTo>
                <a:cubicBezTo>
                  <a:pt x="19" y="35"/>
                  <a:pt x="15" y="32"/>
                  <a:pt x="9" y="33"/>
                </a:cubicBezTo>
                <a:cubicBezTo>
                  <a:pt x="4" y="34"/>
                  <a:pt x="0" y="40"/>
                  <a:pt x="2" y="45"/>
                </a:cubicBezTo>
                <a:cubicBezTo>
                  <a:pt x="16" y="81"/>
                  <a:pt x="36" y="113"/>
                  <a:pt x="59" y="143"/>
                </a:cubicBezTo>
                <a:cubicBezTo>
                  <a:pt x="44" y="168"/>
                  <a:pt x="29" y="193"/>
                  <a:pt x="16" y="219"/>
                </a:cubicBezTo>
                <a:cubicBezTo>
                  <a:pt x="10" y="230"/>
                  <a:pt x="28" y="241"/>
                  <a:pt x="34" y="229"/>
                </a:cubicBezTo>
                <a:cubicBezTo>
                  <a:pt x="46" y="205"/>
                  <a:pt x="59" y="182"/>
                  <a:pt x="73" y="159"/>
                </a:cubicBezTo>
                <a:cubicBezTo>
                  <a:pt x="79" y="166"/>
                  <a:pt x="85" y="173"/>
                  <a:pt x="92" y="180"/>
                </a:cubicBezTo>
                <a:cubicBezTo>
                  <a:pt x="77" y="204"/>
                  <a:pt x="62" y="228"/>
                  <a:pt x="47" y="252"/>
                </a:cubicBezTo>
                <a:cubicBezTo>
                  <a:pt x="40" y="262"/>
                  <a:pt x="57" y="272"/>
                  <a:pt x="64" y="262"/>
                </a:cubicBezTo>
                <a:cubicBezTo>
                  <a:pt x="78" y="239"/>
                  <a:pt x="92" y="217"/>
                  <a:pt x="107" y="194"/>
                </a:cubicBezTo>
                <a:cubicBezTo>
                  <a:pt x="123" y="209"/>
                  <a:pt x="140" y="222"/>
                  <a:pt x="158" y="234"/>
                </a:cubicBezTo>
                <a:cubicBezTo>
                  <a:pt x="177" y="246"/>
                  <a:pt x="197" y="257"/>
                  <a:pt x="218" y="266"/>
                </a:cubicBezTo>
                <a:cubicBezTo>
                  <a:pt x="223" y="268"/>
                  <a:pt x="229" y="268"/>
                  <a:pt x="232" y="263"/>
                </a:cubicBezTo>
                <a:cubicBezTo>
                  <a:pt x="234" y="258"/>
                  <a:pt x="233" y="251"/>
                  <a:pt x="228" y="249"/>
                </a:cubicBezTo>
                <a:close/>
                <a:moveTo>
                  <a:pt x="84" y="142"/>
                </a:moveTo>
                <a:cubicBezTo>
                  <a:pt x="90" y="132"/>
                  <a:pt x="97" y="123"/>
                  <a:pt x="103" y="113"/>
                </a:cubicBezTo>
                <a:cubicBezTo>
                  <a:pt x="109" y="120"/>
                  <a:pt x="115" y="128"/>
                  <a:pt x="121" y="135"/>
                </a:cubicBezTo>
                <a:cubicBezTo>
                  <a:pt x="115" y="144"/>
                  <a:pt x="109" y="153"/>
                  <a:pt x="103" y="163"/>
                </a:cubicBezTo>
                <a:cubicBezTo>
                  <a:pt x="96" y="156"/>
                  <a:pt x="90" y="149"/>
                  <a:pt x="84" y="14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69" name="Google Shape;669;p16"/>
          <p:cNvSpPr txBox="1"/>
          <p:nvPr/>
        </p:nvSpPr>
        <p:spPr>
          <a:xfrm>
            <a:off x="1092583" y="2974389"/>
            <a:ext cx="3743577" cy="38497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Powering Growth Through Partnerships.</a:t>
            </a:r>
            <a:endParaRPr b="0" i="0" sz="1400" u="none" cap="none" strike="noStrike">
              <a:solidFill>
                <a:schemeClr val="dk1"/>
              </a:solidFill>
              <a:latin typeface="Poppins"/>
              <a:ea typeface="Poppins"/>
              <a:cs typeface="Poppins"/>
              <a:sym typeface="Poppins"/>
            </a:endParaRPr>
          </a:p>
        </p:txBody>
      </p:sp>
      <p:pic>
        <p:nvPicPr>
          <p:cNvPr id="670" name="Google Shape;670;p16"/>
          <p:cNvPicPr preferRelativeResize="0"/>
          <p:nvPr/>
        </p:nvPicPr>
        <p:blipFill rotWithShape="1">
          <a:blip r:embed="rId3">
            <a:alphaModFix/>
          </a:blip>
          <a:srcRect b="15750" l="3815" r="6673" t="18560"/>
          <a:stretch/>
        </p:blipFill>
        <p:spPr>
          <a:xfrm>
            <a:off x="8631386" y="1785521"/>
            <a:ext cx="2871223" cy="2107043"/>
          </a:xfrm>
          <a:custGeom>
            <a:rect b="b" l="l" r="r" t="t"/>
            <a:pathLst>
              <a:path extrusionOk="0" h="2107043" w="2871223">
                <a:moveTo>
                  <a:pt x="67963" y="0"/>
                </a:moveTo>
                <a:lnTo>
                  <a:pt x="2803262" y="0"/>
                </a:lnTo>
                <a:cubicBezTo>
                  <a:pt x="2840794" y="0"/>
                  <a:pt x="2871223" y="30427"/>
                  <a:pt x="2871223" y="67961"/>
                </a:cubicBezTo>
                <a:lnTo>
                  <a:pt x="2871223" y="2039083"/>
                </a:lnTo>
                <a:cubicBezTo>
                  <a:pt x="2871223" y="2076614"/>
                  <a:pt x="2840794" y="2107043"/>
                  <a:pt x="2803262" y="2107043"/>
                </a:cubicBezTo>
                <a:lnTo>
                  <a:pt x="1246549" y="2107043"/>
                </a:lnTo>
                <a:cubicBezTo>
                  <a:pt x="558102" y="2107043"/>
                  <a:pt x="2" y="1548946"/>
                  <a:pt x="2" y="860497"/>
                </a:cubicBezTo>
                <a:lnTo>
                  <a:pt x="2" y="68472"/>
                </a:lnTo>
                <a:cubicBezTo>
                  <a:pt x="-279" y="30939"/>
                  <a:pt x="29918" y="284"/>
                  <a:pt x="67451" y="1"/>
                </a:cubicBezTo>
                <a:cubicBezTo>
                  <a:pt x="67621" y="0"/>
                  <a:pt x="67793" y="0"/>
                  <a:pt x="67963" y="0"/>
                </a:cubicBezTo>
                <a:close/>
              </a:path>
            </a:pathLst>
          </a:cu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17"/>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676" name="Google Shape;676;p17"/>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77" name="Google Shape;677;p17"/>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78" name="Google Shape;678;p17"/>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679" name="Google Shape;679;p17"/>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680" name="Google Shape;680;p17"/>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681" name="Google Shape;681;p17"/>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682" name="Google Shape;682;p17"/>
          <p:cNvGrpSpPr/>
          <p:nvPr/>
        </p:nvGrpSpPr>
        <p:grpSpPr>
          <a:xfrm>
            <a:off x="6997702" y="669152"/>
            <a:ext cx="95248" cy="68286"/>
            <a:chOff x="3790" y="2022"/>
            <a:chExt cx="282" cy="150"/>
          </a:xfrm>
        </p:grpSpPr>
        <p:cxnSp>
          <p:nvCxnSpPr>
            <p:cNvPr id="683" name="Google Shape;683;p17"/>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684" name="Google Shape;684;p17"/>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685" name="Google Shape;685;p17"/>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686" name="Google Shape;686;p17"/>
          <p:cNvSpPr txBox="1"/>
          <p:nvPr/>
        </p:nvSpPr>
        <p:spPr>
          <a:xfrm>
            <a:off x="862490" y="1555070"/>
            <a:ext cx="7889240"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Poppins Medium"/>
                <a:ea typeface="Poppins Medium"/>
                <a:cs typeface="Poppins Medium"/>
                <a:sym typeface="Poppins Medium"/>
              </a:rPr>
              <a:t>Future-Ready Blockchain.</a:t>
            </a:r>
            <a:endParaRPr b="0" i="0" sz="4400" u="none" cap="none" strike="noStrike">
              <a:solidFill>
                <a:schemeClr val="dk1"/>
              </a:solidFill>
              <a:latin typeface="Poppins Medium"/>
              <a:ea typeface="Poppins Medium"/>
              <a:cs typeface="Poppins Medium"/>
              <a:sym typeface="Poppins Medium"/>
            </a:endParaRPr>
          </a:p>
        </p:txBody>
      </p:sp>
      <p:sp>
        <p:nvSpPr>
          <p:cNvPr id="687" name="Google Shape;687;p17"/>
          <p:cNvSpPr/>
          <p:nvPr/>
        </p:nvSpPr>
        <p:spPr>
          <a:xfrm>
            <a:off x="7907200" y="3457142"/>
            <a:ext cx="328006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Scalability and Flexibility</a:t>
            </a:r>
            <a:endParaRPr b="0" i="0" sz="1400" u="none" cap="none" strike="noStrike">
              <a:solidFill>
                <a:srgbClr val="000000"/>
              </a:solidFill>
              <a:latin typeface="Arial"/>
              <a:ea typeface="Arial"/>
              <a:cs typeface="Arial"/>
              <a:sym typeface="Arial"/>
            </a:endParaRPr>
          </a:p>
        </p:txBody>
      </p:sp>
      <p:sp>
        <p:nvSpPr>
          <p:cNvPr id="688" name="Google Shape;688;p17"/>
          <p:cNvSpPr/>
          <p:nvPr/>
        </p:nvSpPr>
        <p:spPr>
          <a:xfrm>
            <a:off x="7907201" y="3930326"/>
            <a:ext cx="3422310" cy="64633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 Mountains, she had a last view back.</a:t>
            </a:r>
            <a:endParaRPr b="0" i="0" sz="1400" u="none" cap="none" strike="noStrike">
              <a:solidFill>
                <a:srgbClr val="000000"/>
              </a:solidFill>
              <a:latin typeface="Arial"/>
              <a:ea typeface="Arial"/>
              <a:cs typeface="Arial"/>
              <a:sym typeface="Arial"/>
            </a:endParaRPr>
          </a:p>
        </p:txBody>
      </p:sp>
      <p:sp>
        <p:nvSpPr>
          <p:cNvPr id="689" name="Google Shape;689;p17"/>
          <p:cNvSpPr/>
          <p:nvPr/>
        </p:nvSpPr>
        <p:spPr>
          <a:xfrm>
            <a:off x="7907200" y="4942193"/>
            <a:ext cx="269336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User Empowerment</a:t>
            </a:r>
            <a:endParaRPr b="0" i="0" sz="1400" u="none" cap="none" strike="noStrike">
              <a:solidFill>
                <a:srgbClr val="000000"/>
              </a:solidFill>
              <a:latin typeface="Arial"/>
              <a:ea typeface="Arial"/>
              <a:cs typeface="Arial"/>
              <a:sym typeface="Arial"/>
            </a:endParaRPr>
          </a:p>
        </p:txBody>
      </p:sp>
      <p:sp>
        <p:nvSpPr>
          <p:cNvPr id="690" name="Google Shape;690;p17"/>
          <p:cNvSpPr/>
          <p:nvPr/>
        </p:nvSpPr>
        <p:spPr>
          <a:xfrm>
            <a:off x="7907201" y="5415377"/>
            <a:ext cx="3422310" cy="64633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 Mountains, she had a last view back.</a:t>
            </a:r>
            <a:endParaRPr b="0" i="0" sz="1400" u="none" cap="none" strike="noStrike">
              <a:solidFill>
                <a:srgbClr val="000000"/>
              </a:solidFill>
              <a:latin typeface="Arial"/>
              <a:ea typeface="Arial"/>
              <a:cs typeface="Arial"/>
              <a:sym typeface="Arial"/>
            </a:endParaRPr>
          </a:p>
        </p:txBody>
      </p:sp>
      <p:grpSp>
        <p:nvGrpSpPr>
          <p:cNvPr id="691" name="Google Shape;691;p17"/>
          <p:cNvGrpSpPr/>
          <p:nvPr/>
        </p:nvGrpSpPr>
        <p:grpSpPr>
          <a:xfrm>
            <a:off x="1017207" y="2892147"/>
            <a:ext cx="1981462" cy="1932821"/>
            <a:chOff x="751369" y="3051817"/>
            <a:chExt cx="2151052" cy="1062984"/>
          </a:xfrm>
        </p:grpSpPr>
        <p:sp>
          <p:nvSpPr>
            <p:cNvPr id="692" name="Google Shape;692;p17"/>
            <p:cNvSpPr/>
            <p:nvPr/>
          </p:nvSpPr>
          <p:spPr>
            <a:xfrm>
              <a:off x="803861" y="3114041"/>
              <a:ext cx="2098560" cy="1000760"/>
            </a:xfrm>
            <a:prstGeom prst="roundRect">
              <a:avLst>
                <a:gd fmla="val 651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93" name="Google Shape;693;p17"/>
            <p:cNvSpPr/>
            <p:nvPr/>
          </p:nvSpPr>
          <p:spPr>
            <a:xfrm>
              <a:off x="751369" y="3051817"/>
              <a:ext cx="2098559" cy="1035203"/>
            </a:xfrm>
            <a:prstGeom prst="roundRect">
              <a:avLst>
                <a:gd fmla="val 651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694" name="Google Shape;694;p17"/>
          <p:cNvSpPr txBox="1"/>
          <p:nvPr/>
        </p:nvSpPr>
        <p:spPr>
          <a:xfrm>
            <a:off x="1720907" y="3554541"/>
            <a:ext cx="542136"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Poppins Medium"/>
                <a:ea typeface="Poppins Medium"/>
                <a:cs typeface="Poppins Medium"/>
                <a:sym typeface="Poppins Medium"/>
              </a:rPr>
              <a:t>87%</a:t>
            </a:r>
            <a:endParaRPr b="0" i="0" sz="1400" u="none" cap="none" strike="noStrike">
              <a:solidFill>
                <a:srgbClr val="000000"/>
              </a:solidFill>
              <a:latin typeface="Arial"/>
              <a:ea typeface="Arial"/>
              <a:cs typeface="Arial"/>
              <a:sym typeface="Arial"/>
            </a:endParaRPr>
          </a:p>
        </p:txBody>
      </p:sp>
      <p:sp>
        <p:nvSpPr>
          <p:cNvPr id="695" name="Google Shape;695;p17"/>
          <p:cNvSpPr txBox="1"/>
          <p:nvPr/>
        </p:nvSpPr>
        <p:spPr>
          <a:xfrm>
            <a:off x="1234397" y="4313400"/>
            <a:ext cx="1515158"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Our Great Progress</a:t>
            </a:r>
            <a:endParaRPr b="0" i="0" sz="1100" u="none" cap="none" strike="noStrike">
              <a:solidFill>
                <a:schemeClr val="lt1"/>
              </a:solidFill>
              <a:latin typeface="Poppins"/>
              <a:ea typeface="Poppins"/>
              <a:cs typeface="Poppins"/>
              <a:sym typeface="Poppins"/>
            </a:endParaRPr>
          </a:p>
        </p:txBody>
      </p:sp>
      <p:grpSp>
        <p:nvGrpSpPr>
          <p:cNvPr id="696" name="Google Shape;696;p17"/>
          <p:cNvGrpSpPr/>
          <p:nvPr/>
        </p:nvGrpSpPr>
        <p:grpSpPr>
          <a:xfrm>
            <a:off x="2897823" y="5336787"/>
            <a:ext cx="3749095" cy="636598"/>
            <a:chOff x="2621225" y="5336787"/>
            <a:chExt cx="3749095" cy="636598"/>
          </a:xfrm>
        </p:grpSpPr>
        <p:sp>
          <p:nvSpPr>
            <p:cNvPr id="697" name="Google Shape;697;p17"/>
            <p:cNvSpPr/>
            <p:nvPr/>
          </p:nvSpPr>
          <p:spPr>
            <a:xfrm>
              <a:off x="2621225" y="5336787"/>
              <a:ext cx="2990146" cy="636598"/>
            </a:xfrm>
            <a:custGeom>
              <a:rect b="b" l="l" r="r" t="t"/>
              <a:pathLst>
                <a:path extrusionOk="0" h="241744" w="1185481">
                  <a:moveTo>
                    <a:pt x="1186560" y="-1791"/>
                  </a:moveTo>
                  <a:cubicBezTo>
                    <a:pt x="1177254" y="11353"/>
                    <a:pt x="1169881" y="25641"/>
                    <a:pt x="1164652" y="40881"/>
                  </a:cubicBezTo>
                  <a:cubicBezTo>
                    <a:pt x="1159728" y="54788"/>
                    <a:pt x="1156127" y="69076"/>
                    <a:pt x="1153889" y="83648"/>
                  </a:cubicBezTo>
                  <a:cubicBezTo>
                    <a:pt x="1151784" y="97745"/>
                    <a:pt x="1150765" y="112032"/>
                    <a:pt x="1150841" y="126320"/>
                  </a:cubicBezTo>
                  <a:lnTo>
                    <a:pt x="1150841" y="169088"/>
                  </a:lnTo>
                  <a:lnTo>
                    <a:pt x="1150841" y="211760"/>
                  </a:lnTo>
                  <a:cubicBezTo>
                    <a:pt x="1150755" y="221760"/>
                    <a:pt x="1145402" y="231095"/>
                    <a:pt x="1136744" y="236143"/>
                  </a:cubicBezTo>
                  <a:cubicBezTo>
                    <a:pt x="1132515" y="238715"/>
                    <a:pt x="1127666" y="239953"/>
                    <a:pt x="1122742" y="239953"/>
                  </a:cubicBezTo>
                  <a:lnTo>
                    <a:pt x="1111979" y="239953"/>
                  </a:lnTo>
                  <a:lnTo>
                    <a:pt x="1026254" y="239097"/>
                  </a:lnTo>
                  <a:lnTo>
                    <a:pt x="684497" y="237191"/>
                  </a:lnTo>
                  <a:lnTo>
                    <a:pt x="342835" y="237191"/>
                  </a:lnTo>
                  <a:lnTo>
                    <a:pt x="171957" y="238334"/>
                  </a:lnTo>
                  <a:cubicBezTo>
                    <a:pt x="114807" y="238334"/>
                    <a:pt x="57847" y="238906"/>
                    <a:pt x="1079" y="239953"/>
                  </a:cubicBezTo>
                  <a:lnTo>
                    <a:pt x="1079" y="224714"/>
                  </a:lnTo>
                  <a:cubicBezTo>
                    <a:pt x="58229" y="225571"/>
                    <a:pt x="115188" y="226143"/>
                    <a:pt x="171957" y="226428"/>
                  </a:cubicBezTo>
                  <a:lnTo>
                    <a:pt x="342835" y="227475"/>
                  </a:lnTo>
                  <a:lnTo>
                    <a:pt x="683925" y="227475"/>
                  </a:lnTo>
                  <a:lnTo>
                    <a:pt x="1025683" y="225571"/>
                  </a:lnTo>
                  <a:lnTo>
                    <a:pt x="1111408" y="224809"/>
                  </a:lnTo>
                  <a:lnTo>
                    <a:pt x="1122075" y="224809"/>
                  </a:lnTo>
                  <a:cubicBezTo>
                    <a:pt x="1124333" y="224809"/>
                    <a:pt x="1126543" y="224142"/>
                    <a:pt x="1128457" y="222903"/>
                  </a:cubicBezTo>
                  <a:cubicBezTo>
                    <a:pt x="1132277" y="220522"/>
                    <a:pt x="1134592" y="216332"/>
                    <a:pt x="1134553" y="211855"/>
                  </a:cubicBezTo>
                  <a:lnTo>
                    <a:pt x="1134553" y="169182"/>
                  </a:lnTo>
                  <a:lnTo>
                    <a:pt x="1134553" y="126415"/>
                  </a:lnTo>
                  <a:cubicBezTo>
                    <a:pt x="1134658" y="112128"/>
                    <a:pt x="1133677" y="97840"/>
                    <a:pt x="1131600" y="83743"/>
                  </a:cubicBezTo>
                  <a:cubicBezTo>
                    <a:pt x="1129315" y="69170"/>
                    <a:pt x="1125714" y="54882"/>
                    <a:pt x="1120837" y="40976"/>
                  </a:cubicBezTo>
                  <a:cubicBezTo>
                    <a:pt x="1115570" y="25832"/>
                    <a:pt x="1108198" y="11449"/>
                    <a:pt x="1098930" y="-1696"/>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cxnSp>
          <p:nvCxnSpPr>
            <p:cNvPr id="698" name="Google Shape;698;p17"/>
            <p:cNvCxnSpPr/>
            <p:nvPr/>
          </p:nvCxnSpPr>
          <p:spPr>
            <a:xfrm>
              <a:off x="4628511" y="5336787"/>
              <a:ext cx="1741809" cy="0"/>
            </a:xfrm>
            <a:prstGeom prst="straightConnector1">
              <a:avLst/>
            </a:prstGeom>
            <a:noFill/>
            <a:ln cap="flat" cmpd="sng" w="19050">
              <a:solidFill>
                <a:schemeClr val="accent3"/>
              </a:solidFill>
              <a:prstDash val="solid"/>
              <a:miter lim="800000"/>
              <a:headEnd len="sm" w="sm" type="none"/>
              <a:tailEnd len="sm" w="sm" type="none"/>
            </a:ln>
          </p:spPr>
        </p:cxnSp>
      </p:grpSp>
      <p:grpSp>
        <p:nvGrpSpPr>
          <p:cNvPr id="699" name="Google Shape;699;p17"/>
          <p:cNvGrpSpPr/>
          <p:nvPr/>
        </p:nvGrpSpPr>
        <p:grpSpPr>
          <a:xfrm>
            <a:off x="1017207" y="5136838"/>
            <a:ext cx="1981462" cy="979178"/>
            <a:chOff x="751369" y="3051817"/>
            <a:chExt cx="2151052" cy="1062984"/>
          </a:xfrm>
        </p:grpSpPr>
        <p:sp>
          <p:nvSpPr>
            <p:cNvPr id="700" name="Google Shape;700;p17"/>
            <p:cNvSpPr/>
            <p:nvPr/>
          </p:nvSpPr>
          <p:spPr>
            <a:xfrm>
              <a:off x="803861" y="3114041"/>
              <a:ext cx="2098560" cy="1000760"/>
            </a:xfrm>
            <a:prstGeom prst="roundRect">
              <a:avLst>
                <a:gd fmla="val 651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701" name="Google Shape;701;p17"/>
            <p:cNvSpPr/>
            <p:nvPr/>
          </p:nvSpPr>
          <p:spPr>
            <a:xfrm>
              <a:off x="751369" y="3051817"/>
              <a:ext cx="2098560" cy="1000760"/>
            </a:xfrm>
            <a:prstGeom prst="roundRect">
              <a:avLst>
                <a:gd fmla="val 651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702" name="Google Shape;702;p17"/>
          <p:cNvSpPr txBox="1"/>
          <p:nvPr/>
        </p:nvSpPr>
        <p:spPr>
          <a:xfrm>
            <a:off x="1520669" y="5296863"/>
            <a:ext cx="92204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Medium"/>
                <a:ea typeface="Poppins Medium"/>
                <a:cs typeface="Poppins Medium"/>
                <a:sym typeface="Poppins Medium"/>
              </a:rPr>
              <a:t>87.5%</a:t>
            </a:r>
            <a:endParaRPr b="0" i="0" sz="1400" u="none" cap="none" strike="noStrike">
              <a:solidFill>
                <a:srgbClr val="000000"/>
              </a:solidFill>
              <a:latin typeface="Arial"/>
              <a:ea typeface="Arial"/>
              <a:cs typeface="Arial"/>
              <a:sym typeface="Arial"/>
            </a:endParaRPr>
          </a:p>
        </p:txBody>
      </p:sp>
      <p:sp>
        <p:nvSpPr>
          <p:cNvPr id="703" name="Google Shape;703;p17"/>
          <p:cNvSpPr txBox="1"/>
          <p:nvPr/>
        </p:nvSpPr>
        <p:spPr>
          <a:xfrm>
            <a:off x="1133543" y="5662695"/>
            <a:ext cx="1696298"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Uptime Guaranteeing</a:t>
            </a:r>
            <a:endParaRPr b="0" i="0" sz="1100" u="none" cap="none" strike="noStrike">
              <a:solidFill>
                <a:schemeClr val="dk1"/>
              </a:solidFill>
              <a:latin typeface="Poppins"/>
              <a:ea typeface="Poppins"/>
              <a:cs typeface="Poppins"/>
              <a:sym typeface="Poppins"/>
            </a:endParaRPr>
          </a:p>
        </p:txBody>
      </p:sp>
      <p:sp>
        <p:nvSpPr>
          <p:cNvPr id="704" name="Google Shape;704;p17"/>
          <p:cNvSpPr/>
          <p:nvPr/>
        </p:nvSpPr>
        <p:spPr>
          <a:xfrm flipH="1" rot="676457">
            <a:off x="8559238" y="2127798"/>
            <a:ext cx="548430" cy="637709"/>
          </a:xfrm>
          <a:custGeom>
            <a:rect b="b" l="l" r="r" t="t"/>
            <a:pathLst>
              <a:path extrusionOk="0" h="272" w="234">
                <a:moveTo>
                  <a:pt x="228" y="249"/>
                </a:moveTo>
                <a:cubicBezTo>
                  <a:pt x="188" y="231"/>
                  <a:pt x="150" y="207"/>
                  <a:pt x="118" y="177"/>
                </a:cubicBezTo>
                <a:cubicBezTo>
                  <a:pt x="123" y="168"/>
                  <a:pt x="129" y="159"/>
                  <a:pt x="135" y="150"/>
                </a:cubicBezTo>
                <a:cubicBezTo>
                  <a:pt x="138" y="153"/>
                  <a:pt x="142" y="157"/>
                  <a:pt x="145" y="161"/>
                </a:cubicBezTo>
                <a:cubicBezTo>
                  <a:pt x="157" y="172"/>
                  <a:pt x="170" y="183"/>
                  <a:pt x="183" y="194"/>
                </a:cubicBezTo>
                <a:cubicBezTo>
                  <a:pt x="188" y="197"/>
                  <a:pt x="193" y="198"/>
                  <a:pt x="197" y="194"/>
                </a:cubicBezTo>
                <a:cubicBezTo>
                  <a:pt x="201" y="190"/>
                  <a:pt x="202" y="183"/>
                  <a:pt x="197" y="180"/>
                </a:cubicBezTo>
                <a:cubicBezTo>
                  <a:pt x="179" y="165"/>
                  <a:pt x="162" y="149"/>
                  <a:pt x="146" y="132"/>
                </a:cubicBezTo>
                <a:cubicBezTo>
                  <a:pt x="157" y="115"/>
                  <a:pt x="168" y="98"/>
                  <a:pt x="179" y="81"/>
                </a:cubicBezTo>
                <a:cubicBezTo>
                  <a:pt x="186" y="70"/>
                  <a:pt x="168" y="60"/>
                  <a:pt x="161" y="71"/>
                </a:cubicBezTo>
                <a:cubicBezTo>
                  <a:pt x="152" y="86"/>
                  <a:pt x="142" y="101"/>
                  <a:pt x="132" y="117"/>
                </a:cubicBezTo>
                <a:cubicBezTo>
                  <a:pt x="126" y="110"/>
                  <a:pt x="121" y="103"/>
                  <a:pt x="116" y="96"/>
                </a:cubicBezTo>
                <a:cubicBezTo>
                  <a:pt x="128" y="80"/>
                  <a:pt x="140" y="64"/>
                  <a:pt x="153" y="49"/>
                </a:cubicBezTo>
                <a:cubicBezTo>
                  <a:pt x="157" y="44"/>
                  <a:pt x="158" y="38"/>
                  <a:pt x="153" y="34"/>
                </a:cubicBezTo>
                <a:cubicBezTo>
                  <a:pt x="150" y="31"/>
                  <a:pt x="143" y="30"/>
                  <a:pt x="139" y="34"/>
                </a:cubicBezTo>
                <a:cubicBezTo>
                  <a:pt x="127" y="49"/>
                  <a:pt x="115" y="64"/>
                  <a:pt x="103" y="79"/>
                </a:cubicBezTo>
                <a:cubicBezTo>
                  <a:pt x="97" y="70"/>
                  <a:pt x="91" y="60"/>
                  <a:pt x="85" y="50"/>
                </a:cubicBezTo>
                <a:cubicBezTo>
                  <a:pt x="77" y="36"/>
                  <a:pt x="69" y="21"/>
                  <a:pt x="62" y="6"/>
                </a:cubicBezTo>
                <a:cubicBezTo>
                  <a:pt x="60" y="1"/>
                  <a:pt x="53" y="0"/>
                  <a:pt x="49" y="2"/>
                </a:cubicBezTo>
                <a:cubicBezTo>
                  <a:pt x="44" y="5"/>
                  <a:pt x="43" y="11"/>
                  <a:pt x="45" y="16"/>
                </a:cubicBezTo>
                <a:cubicBezTo>
                  <a:pt x="58" y="44"/>
                  <a:pt x="73" y="71"/>
                  <a:pt x="91" y="96"/>
                </a:cubicBezTo>
                <a:cubicBezTo>
                  <a:pt x="84" y="106"/>
                  <a:pt x="77" y="116"/>
                  <a:pt x="71" y="126"/>
                </a:cubicBezTo>
                <a:cubicBezTo>
                  <a:pt x="64" y="117"/>
                  <a:pt x="58" y="108"/>
                  <a:pt x="52" y="99"/>
                </a:cubicBezTo>
                <a:cubicBezTo>
                  <a:pt x="40" y="80"/>
                  <a:pt x="30" y="61"/>
                  <a:pt x="21" y="40"/>
                </a:cubicBezTo>
                <a:cubicBezTo>
                  <a:pt x="19" y="35"/>
                  <a:pt x="15" y="32"/>
                  <a:pt x="9" y="33"/>
                </a:cubicBezTo>
                <a:cubicBezTo>
                  <a:pt x="4" y="34"/>
                  <a:pt x="0" y="40"/>
                  <a:pt x="2" y="45"/>
                </a:cubicBezTo>
                <a:cubicBezTo>
                  <a:pt x="16" y="81"/>
                  <a:pt x="36" y="113"/>
                  <a:pt x="59" y="143"/>
                </a:cubicBezTo>
                <a:cubicBezTo>
                  <a:pt x="44" y="168"/>
                  <a:pt x="29" y="193"/>
                  <a:pt x="16" y="219"/>
                </a:cubicBezTo>
                <a:cubicBezTo>
                  <a:pt x="10" y="230"/>
                  <a:pt x="28" y="241"/>
                  <a:pt x="34" y="229"/>
                </a:cubicBezTo>
                <a:cubicBezTo>
                  <a:pt x="46" y="205"/>
                  <a:pt x="59" y="182"/>
                  <a:pt x="73" y="159"/>
                </a:cubicBezTo>
                <a:cubicBezTo>
                  <a:pt x="79" y="166"/>
                  <a:pt x="85" y="173"/>
                  <a:pt x="92" y="180"/>
                </a:cubicBezTo>
                <a:cubicBezTo>
                  <a:pt x="77" y="204"/>
                  <a:pt x="62" y="228"/>
                  <a:pt x="47" y="252"/>
                </a:cubicBezTo>
                <a:cubicBezTo>
                  <a:pt x="40" y="262"/>
                  <a:pt x="57" y="272"/>
                  <a:pt x="64" y="262"/>
                </a:cubicBezTo>
                <a:cubicBezTo>
                  <a:pt x="78" y="239"/>
                  <a:pt x="92" y="217"/>
                  <a:pt x="107" y="194"/>
                </a:cubicBezTo>
                <a:cubicBezTo>
                  <a:pt x="123" y="209"/>
                  <a:pt x="140" y="222"/>
                  <a:pt x="158" y="234"/>
                </a:cubicBezTo>
                <a:cubicBezTo>
                  <a:pt x="177" y="246"/>
                  <a:pt x="197" y="257"/>
                  <a:pt x="218" y="266"/>
                </a:cubicBezTo>
                <a:cubicBezTo>
                  <a:pt x="223" y="268"/>
                  <a:pt x="229" y="268"/>
                  <a:pt x="232" y="263"/>
                </a:cubicBezTo>
                <a:cubicBezTo>
                  <a:pt x="234" y="258"/>
                  <a:pt x="233" y="251"/>
                  <a:pt x="228" y="249"/>
                </a:cubicBezTo>
                <a:close/>
                <a:moveTo>
                  <a:pt x="84" y="142"/>
                </a:moveTo>
                <a:cubicBezTo>
                  <a:pt x="90" y="132"/>
                  <a:pt x="97" y="123"/>
                  <a:pt x="103" y="113"/>
                </a:cubicBezTo>
                <a:cubicBezTo>
                  <a:pt x="109" y="120"/>
                  <a:pt x="115" y="128"/>
                  <a:pt x="121" y="135"/>
                </a:cubicBezTo>
                <a:cubicBezTo>
                  <a:pt x="115" y="144"/>
                  <a:pt x="109" y="153"/>
                  <a:pt x="103" y="163"/>
                </a:cubicBezTo>
                <a:cubicBezTo>
                  <a:pt x="96" y="156"/>
                  <a:pt x="90" y="149"/>
                  <a:pt x="84" y="142"/>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05" name="Google Shape;705;p17"/>
          <p:cNvSpPr/>
          <p:nvPr>
            <p:ph idx="2" type="pic"/>
          </p:nvPr>
        </p:nvSpPr>
        <p:spPr>
          <a:xfrm>
            <a:off x="3639911" y="2882900"/>
            <a:ext cx="4018189" cy="2273300"/>
          </a:xfrm>
          <a:prstGeom prst="roundRect">
            <a:avLst>
              <a:gd fmla="val 4111" name="adj"/>
            </a:avLst>
          </a:prstGeom>
          <a:solidFill>
            <a:schemeClr val="lt1"/>
          </a:solidFill>
          <a:ln>
            <a:noFill/>
          </a:ln>
        </p:spPr>
      </p:sp>
      <p:sp>
        <p:nvSpPr>
          <p:cNvPr id="706" name="Google Shape;706;p17"/>
          <p:cNvSpPr/>
          <p:nvPr/>
        </p:nvSpPr>
        <p:spPr>
          <a:xfrm>
            <a:off x="1494349" y="3220775"/>
            <a:ext cx="974700" cy="1120200"/>
          </a:xfrm>
          <a:prstGeom prst="blockArc">
            <a:avLst>
              <a:gd fmla="val 12218615" name="adj1"/>
              <a:gd fmla="val 16227830" name="adj2"/>
              <a:gd fmla="val 11017" name="adj3"/>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17"/>
          <p:cNvSpPr/>
          <p:nvPr/>
        </p:nvSpPr>
        <p:spPr>
          <a:xfrm>
            <a:off x="1504025" y="3218113"/>
            <a:ext cx="974700" cy="974700"/>
          </a:xfrm>
          <a:prstGeom prst="blockArc">
            <a:avLst>
              <a:gd fmla="val 11652830" name="adj1"/>
              <a:gd fmla="val 16243750" name="adj2"/>
              <a:gd fmla="val 11504" name="adj3"/>
            </a:avLst>
          </a:prstGeom>
          <a:solidFill>
            <a:schemeClr val="l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17"/>
          <p:cNvSpPr/>
          <p:nvPr/>
        </p:nvSpPr>
        <p:spPr>
          <a:xfrm>
            <a:off x="1504025" y="3218100"/>
            <a:ext cx="974700" cy="974700"/>
          </a:xfrm>
          <a:prstGeom prst="blockArc">
            <a:avLst>
              <a:gd fmla="val 16266959" name="adj1"/>
              <a:gd fmla="val 11635345" name="adj2"/>
              <a:gd fmla="val 11485" name="adj3"/>
            </a:avLst>
          </a:prstGeom>
          <a:solidFill>
            <a:schemeClr val="accen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18"/>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714" name="Google Shape;714;p18"/>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715" name="Google Shape;715;p18"/>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716" name="Google Shape;716;p18"/>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717" name="Google Shape;717;p18"/>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718" name="Google Shape;718;p18"/>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719" name="Google Shape;719;p18"/>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720" name="Google Shape;720;p18"/>
          <p:cNvGrpSpPr/>
          <p:nvPr/>
        </p:nvGrpSpPr>
        <p:grpSpPr>
          <a:xfrm>
            <a:off x="6997702" y="669152"/>
            <a:ext cx="95248" cy="68286"/>
            <a:chOff x="3790" y="2022"/>
            <a:chExt cx="282" cy="150"/>
          </a:xfrm>
        </p:grpSpPr>
        <p:cxnSp>
          <p:nvCxnSpPr>
            <p:cNvPr id="721" name="Google Shape;721;p18"/>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722" name="Google Shape;722;p18"/>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723" name="Google Shape;723;p18"/>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724" name="Google Shape;724;p18"/>
          <p:cNvSpPr txBox="1"/>
          <p:nvPr/>
        </p:nvSpPr>
        <p:spPr>
          <a:xfrm>
            <a:off x="916257" y="1622249"/>
            <a:ext cx="3810000" cy="21236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Poppins Medium"/>
                <a:ea typeface="Poppins Medium"/>
                <a:cs typeface="Poppins Medium"/>
                <a:sym typeface="Poppins Medium"/>
              </a:rPr>
              <a:t>What People Are Saying About Us.</a:t>
            </a:r>
            <a:endParaRPr b="0" i="0" sz="1400" u="none" cap="none" strike="noStrike">
              <a:solidFill>
                <a:srgbClr val="000000"/>
              </a:solidFill>
              <a:latin typeface="Arial"/>
              <a:ea typeface="Arial"/>
              <a:cs typeface="Arial"/>
              <a:sym typeface="Arial"/>
            </a:endParaRPr>
          </a:p>
        </p:txBody>
      </p:sp>
      <p:sp>
        <p:nvSpPr>
          <p:cNvPr id="725" name="Google Shape;725;p18"/>
          <p:cNvSpPr txBox="1"/>
          <p:nvPr/>
        </p:nvSpPr>
        <p:spPr>
          <a:xfrm>
            <a:off x="2590254" y="5133048"/>
            <a:ext cx="853119"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Medium"/>
                <a:ea typeface="Poppins Medium"/>
                <a:cs typeface="Poppins Medium"/>
                <a:sym typeface="Poppins Medium"/>
              </a:rPr>
              <a:t>4.7/5</a:t>
            </a:r>
            <a:endParaRPr b="0" i="0" sz="2000" u="none" cap="none" strike="noStrike">
              <a:solidFill>
                <a:schemeClr val="dk1"/>
              </a:solidFill>
              <a:latin typeface="Poppins Medium"/>
              <a:ea typeface="Poppins Medium"/>
              <a:cs typeface="Poppins Medium"/>
              <a:sym typeface="Poppins Medium"/>
            </a:endParaRPr>
          </a:p>
        </p:txBody>
      </p:sp>
      <p:sp>
        <p:nvSpPr>
          <p:cNvPr id="726" name="Google Shape;726;p18"/>
          <p:cNvSpPr txBox="1"/>
          <p:nvPr/>
        </p:nvSpPr>
        <p:spPr>
          <a:xfrm>
            <a:off x="2439573" y="5530089"/>
            <a:ext cx="1154483" cy="24622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Poppins"/>
                <a:ea typeface="Poppins"/>
                <a:cs typeface="Poppins"/>
                <a:sym typeface="Poppins"/>
              </a:rPr>
              <a:t>Rating on Apps</a:t>
            </a:r>
            <a:endParaRPr b="0" i="0" sz="1000" u="none" cap="none" strike="noStrike">
              <a:solidFill>
                <a:schemeClr val="dk1"/>
              </a:solidFill>
              <a:latin typeface="Poppins"/>
              <a:ea typeface="Poppins"/>
              <a:cs typeface="Poppins"/>
              <a:sym typeface="Poppins"/>
            </a:endParaRPr>
          </a:p>
        </p:txBody>
      </p:sp>
      <p:sp>
        <p:nvSpPr>
          <p:cNvPr id="727" name="Google Shape;727;p18"/>
          <p:cNvSpPr txBox="1"/>
          <p:nvPr/>
        </p:nvSpPr>
        <p:spPr>
          <a:xfrm>
            <a:off x="3997340" y="5133048"/>
            <a:ext cx="86273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Medium"/>
                <a:ea typeface="Poppins Medium"/>
                <a:cs typeface="Poppins Medium"/>
                <a:sym typeface="Poppins Medium"/>
              </a:rPr>
              <a:t>450+</a:t>
            </a:r>
            <a:endParaRPr b="0" i="0" sz="2000" u="none" cap="none" strike="noStrike">
              <a:solidFill>
                <a:schemeClr val="dk1"/>
              </a:solidFill>
              <a:latin typeface="Poppins Medium"/>
              <a:ea typeface="Poppins Medium"/>
              <a:cs typeface="Poppins Medium"/>
              <a:sym typeface="Poppins Medium"/>
            </a:endParaRPr>
          </a:p>
        </p:txBody>
      </p:sp>
      <p:sp>
        <p:nvSpPr>
          <p:cNvPr id="728" name="Google Shape;728;p18"/>
          <p:cNvSpPr txBox="1"/>
          <p:nvPr/>
        </p:nvSpPr>
        <p:spPr>
          <a:xfrm>
            <a:off x="4018178" y="5530089"/>
            <a:ext cx="821059" cy="24622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Poppins"/>
                <a:ea typeface="Poppins"/>
                <a:cs typeface="Poppins"/>
                <a:sym typeface="Poppins"/>
              </a:rPr>
              <a:t>Customer</a:t>
            </a:r>
            <a:endParaRPr b="0" i="0" sz="1000" u="none" cap="none" strike="noStrike">
              <a:solidFill>
                <a:schemeClr val="dk1"/>
              </a:solidFill>
              <a:latin typeface="Poppins"/>
              <a:ea typeface="Poppins"/>
              <a:cs typeface="Poppins"/>
              <a:sym typeface="Poppins"/>
            </a:endParaRPr>
          </a:p>
        </p:txBody>
      </p:sp>
      <p:grpSp>
        <p:nvGrpSpPr>
          <p:cNvPr id="729" name="Google Shape;729;p18"/>
          <p:cNvGrpSpPr/>
          <p:nvPr/>
        </p:nvGrpSpPr>
        <p:grpSpPr>
          <a:xfrm flipH="1">
            <a:off x="2371717" y="5103880"/>
            <a:ext cx="3499842" cy="854694"/>
            <a:chOff x="1026084" y="5103880"/>
            <a:chExt cx="3349543" cy="817990"/>
          </a:xfrm>
        </p:grpSpPr>
        <p:sp>
          <p:nvSpPr>
            <p:cNvPr id="730" name="Google Shape;730;p18"/>
            <p:cNvSpPr/>
            <p:nvPr/>
          </p:nvSpPr>
          <p:spPr>
            <a:xfrm>
              <a:off x="1026084" y="5103880"/>
              <a:ext cx="3349543" cy="817990"/>
            </a:xfrm>
            <a:custGeom>
              <a:rect b="b" l="l" r="r" t="t"/>
              <a:pathLst>
                <a:path extrusionOk="0" h="611600" w="2504408">
                  <a:moveTo>
                    <a:pt x="491" y="-741"/>
                  </a:moveTo>
                  <a:lnTo>
                    <a:pt x="309196" y="-741"/>
                  </a:lnTo>
                  <a:cubicBezTo>
                    <a:pt x="339762" y="-741"/>
                    <a:pt x="364536" y="24033"/>
                    <a:pt x="364536" y="54599"/>
                  </a:cubicBezTo>
                  <a:lnTo>
                    <a:pt x="364536" y="555519"/>
                  </a:lnTo>
                  <a:cubicBezTo>
                    <a:pt x="364536" y="586085"/>
                    <a:pt x="389311" y="610859"/>
                    <a:pt x="419877" y="610859"/>
                  </a:cubicBezTo>
                  <a:lnTo>
                    <a:pt x="2504899" y="610859"/>
                  </a:lnTo>
                </a:path>
              </a:pathLst>
            </a:custGeom>
            <a:noFill/>
            <a:ln cap="flat" cmpd="sng" w="19050">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31" name="Google Shape;731;p18"/>
            <p:cNvSpPr/>
            <p:nvPr/>
          </p:nvSpPr>
          <p:spPr>
            <a:xfrm>
              <a:off x="1440089" y="5322647"/>
              <a:ext cx="147870" cy="14787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732" name="Google Shape;732;p18"/>
          <p:cNvSpPr/>
          <p:nvPr/>
        </p:nvSpPr>
        <p:spPr>
          <a:xfrm>
            <a:off x="6806804" y="1411674"/>
            <a:ext cx="4468940" cy="4797494"/>
          </a:xfrm>
          <a:prstGeom prst="roundRect">
            <a:avLst>
              <a:gd fmla="val 3943"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733" name="Google Shape;733;p18"/>
          <p:cNvSpPr/>
          <p:nvPr/>
        </p:nvSpPr>
        <p:spPr>
          <a:xfrm>
            <a:off x="6720350" y="1323068"/>
            <a:ext cx="4468940" cy="4797494"/>
          </a:xfrm>
          <a:prstGeom prst="roundRect">
            <a:avLst>
              <a:gd fmla="val 459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734" name="Google Shape;734;p18"/>
          <p:cNvSpPr/>
          <p:nvPr/>
        </p:nvSpPr>
        <p:spPr>
          <a:xfrm>
            <a:off x="5713737" y="3554680"/>
            <a:ext cx="5334086" cy="2297479"/>
          </a:xfrm>
          <a:prstGeom prst="roundRect">
            <a:avLst>
              <a:gd fmla="val 10432"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735" name="Google Shape;735;p18"/>
          <p:cNvSpPr txBox="1"/>
          <p:nvPr/>
        </p:nvSpPr>
        <p:spPr>
          <a:xfrm>
            <a:off x="7786541" y="1756887"/>
            <a:ext cx="140142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Poppins Medium"/>
                <a:ea typeface="Poppins Medium"/>
                <a:cs typeface="Poppins Medium"/>
                <a:sym typeface="Poppins Medium"/>
              </a:rPr>
              <a:t>Madha K.</a:t>
            </a:r>
            <a:endParaRPr b="0" i="0" sz="1400" u="none" cap="none" strike="noStrike">
              <a:solidFill>
                <a:srgbClr val="000000"/>
              </a:solidFill>
              <a:latin typeface="Arial"/>
              <a:ea typeface="Arial"/>
              <a:cs typeface="Arial"/>
              <a:sym typeface="Arial"/>
            </a:endParaRPr>
          </a:p>
        </p:txBody>
      </p:sp>
      <p:sp>
        <p:nvSpPr>
          <p:cNvPr id="736" name="Google Shape;736;p18"/>
          <p:cNvSpPr txBox="1"/>
          <p:nvPr/>
        </p:nvSpPr>
        <p:spPr>
          <a:xfrm>
            <a:off x="7786542" y="2466492"/>
            <a:ext cx="3204816"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lt1"/>
                </a:solidFill>
                <a:latin typeface="Poppins"/>
                <a:ea typeface="Poppins"/>
                <a:cs typeface="Poppins"/>
                <a:sym typeface="Poppins"/>
              </a:rPr>
              <a:t>A small river named Duden flows by their place and supplies it with.</a:t>
            </a:r>
            <a:endParaRPr b="0" i="0" sz="1200" u="none" cap="none" strike="noStrike">
              <a:solidFill>
                <a:schemeClr val="lt1"/>
              </a:solidFill>
              <a:latin typeface="Poppins"/>
              <a:ea typeface="Poppins"/>
              <a:cs typeface="Poppins"/>
              <a:sym typeface="Poppins"/>
            </a:endParaRPr>
          </a:p>
        </p:txBody>
      </p:sp>
      <p:sp>
        <p:nvSpPr>
          <p:cNvPr id="737" name="Google Shape;737;p18"/>
          <p:cNvSpPr txBox="1"/>
          <p:nvPr/>
        </p:nvSpPr>
        <p:spPr>
          <a:xfrm>
            <a:off x="7786541" y="2098573"/>
            <a:ext cx="1401427"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Poppins"/>
                <a:ea typeface="Poppins"/>
                <a:cs typeface="Poppins"/>
                <a:sym typeface="Poppins"/>
              </a:rPr>
              <a:t>Student</a:t>
            </a:r>
            <a:endParaRPr b="0" i="0" sz="1400" u="none" cap="none" strike="noStrike">
              <a:solidFill>
                <a:srgbClr val="000000"/>
              </a:solidFill>
              <a:latin typeface="Arial"/>
              <a:ea typeface="Arial"/>
              <a:cs typeface="Arial"/>
              <a:sym typeface="Arial"/>
            </a:endParaRPr>
          </a:p>
        </p:txBody>
      </p:sp>
      <p:sp>
        <p:nvSpPr>
          <p:cNvPr id="738" name="Google Shape;738;p18"/>
          <p:cNvSpPr txBox="1"/>
          <p:nvPr/>
        </p:nvSpPr>
        <p:spPr>
          <a:xfrm>
            <a:off x="7276283" y="3892684"/>
            <a:ext cx="195344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Poppins Medium"/>
                <a:ea typeface="Poppins Medium"/>
                <a:cs typeface="Poppins Medium"/>
                <a:sym typeface="Poppins Medium"/>
              </a:rPr>
              <a:t>Sarah Miwa.</a:t>
            </a:r>
            <a:endParaRPr b="0" i="0" sz="1400" u="none" cap="none" strike="noStrike">
              <a:solidFill>
                <a:srgbClr val="000000"/>
              </a:solidFill>
              <a:latin typeface="Arial"/>
              <a:ea typeface="Arial"/>
              <a:cs typeface="Arial"/>
              <a:sym typeface="Arial"/>
            </a:endParaRPr>
          </a:p>
        </p:txBody>
      </p:sp>
      <p:sp>
        <p:nvSpPr>
          <p:cNvPr id="739" name="Google Shape;739;p18"/>
          <p:cNvSpPr txBox="1"/>
          <p:nvPr/>
        </p:nvSpPr>
        <p:spPr>
          <a:xfrm>
            <a:off x="7276283" y="4630798"/>
            <a:ext cx="3368295" cy="89716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lt1"/>
                </a:solidFill>
                <a:latin typeface="Poppins"/>
                <a:ea typeface="Poppins"/>
                <a:cs typeface="Poppins"/>
                <a:sym typeface="Poppins"/>
              </a:rPr>
              <a:t>A small river named Duden flows by their place and supplies it with the necessary regelialia. It isparadisematic.</a:t>
            </a:r>
            <a:endParaRPr b="0" i="0" sz="1200" u="none" cap="none" strike="noStrike">
              <a:solidFill>
                <a:schemeClr val="lt1"/>
              </a:solidFill>
              <a:latin typeface="Poppins"/>
              <a:ea typeface="Poppins"/>
              <a:cs typeface="Poppins"/>
              <a:sym typeface="Poppins"/>
            </a:endParaRPr>
          </a:p>
        </p:txBody>
      </p:sp>
      <p:sp>
        <p:nvSpPr>
          <p:cNvPr id="740" name="Google Shape;740;p18"/>
          <p:cNvSpPr txBox="1"/>
          <p:nvPr/>
        </p:nvSpPr>
        <p:spPr>
          <a:xfrm>
            <a:off x="7276283" y="4234370"/>
            <a:ext cx="1401427"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Poppins"/>
                <a:ea typeface="Poppins"/>
                <a:cs typeface="Poppins"/>
                <a:sym typeface="Poppins"/>
              </a:rPr>
              <a:t>Student</a:t>
            </a:r>
            <a:endParaRPr b="0" i="0" sz="1400" u="none" cap="none" strike="noStrike">
              <a:solidFill>
                <a:srgbClr val="000000"/>
              </a:solidFill>
              <a:latin typeface="Arial"/>
              <a:ea typeface="Arial"/>
              <a:cs typeface="Arial"/>
              <a:sym typeface="Arial"/>
            </a:endParaRPr>
          </a:p>
        </p:txBody>
      </p:sp>
      <p:grpSp>
        <p:nvGrpSpPr>
          <p:cNvPr id="741" name="Google Shape;741;p18"/>
          <p:cNvGrpSpPr/>
          <p:nvPr/>
        </p:nvGrpSpPr>
        <p:grpSpPr>
          <a:xfrm>
            <a:off x="9412236" y="3946114"/>
            <a:ext cx="1137547" cy="205076"/>
            <a:chOff x="795474" y="4630798"/>
            <a:chExt cx="3603025" cy="649550"/>
          </a:xfrm>
        </p:grpSpPr>
        <p:sp>
          <p:nvSpPr>
            <p:cNvPr id="742" name="Google Shape;742;p18"/>
            <p:cNvSpPr/>
            <p:nvPr/>
          </p:nvSpPr>
          <p:spPr>
            <a:xfrm>
              <a:off x="795474" y="4630798"/>
              <a:ext cx="679327" cy="649550"/>
            </a:xfrm>
            <a:custGeom>
              <a:rect b="b" l="l" r="r" t="t"/>
              <a:pathLst>
                <a:path extrusionOk="0" h="649550" w="679327">
                  <a:moveTo>
                    <a:pt x="371245" y="16798"/>
                  </a:moveTo>
                  <a:lnTo>
                    <a:pt x="449826" y="175865"/>
                  </a:lnTo>
                  <a:cubicBezTo>
                    <a:pt x="454684" y="186153"/>
                    <a:pt x="464400" y="193297"/>
                    <a:pt x="475639" y="194915"/>
                  </a:cubicBezTo>
                  <a:lnTo>
                    <a:pt x="651185" y="220443"/>
                  </a:lnTo>
                  <a:cubicBezTo>
                    <a:pt x="669949" y="223110"/>
                    <a:pt x="682903" y="240540"/>
                    <a:pt x="680235" y="259304"/>
                  </a:cubicBezTo>
                  <a:cubicBezTo>
                    <a:pt x="679188" y="266734"/>
                    <a:pt x="675664" y="273687"/>
                    <a:pt x="670235" y="278926"/>
                  </a:cubicBezTo>
                  <a:lnTo>
                    <a:pt x="543171" y="402751"/>
                  </a:lnTo>
                  <a:cubicBezTo>
                    <a:pt x="535265" y="410657"/>
                    <a:pt x="531741" y="421992"/>
                    <a:pt x="533646" y="433040"/>
                  </a:cubicBezTo>
                  <a:lnTo>
                    <a:pt x="563650" y="607920"/>
                  </a:lnTo>
                  <a:cubicBezTo>
                    <a:pt x="566889" y="626589"/>
                    <a:pt x="554315" y="644305"/>
                    <a:pt x="535647" y="647543"/>
                  </a:cubicBezTo>
                  <a:cubicBezTo>
                    <a:pt x="528217" y="648782"/>
                    <a:pt x="520596" y="647639"/>
                    <a:pt x="513929" y="644114"/>
                  </a:cubicBezTo>
                  <a:lnTo>
                    <a:pt x="356862" y="561532"/>
                  </a:lnTo>
                  <a:cubicBezTo>
                    <a:pt x="346860" y="556294"/>
                    <a:pt x="334954" y="556294"/>
                    <a:pt x="324954" y="561532"/>
                  </a:cubicBezTo>
                  <a:lnTo>
                    <a:pt x="167886" y="644114"/>
                  </a:lnTo>
                  <a:cubicBezTo>
                    <a:pt x="151122" y="652878"/>
                    <a:pt x="130357" y="646496"/>
                    <a:pt x="121595" y="629636"/>
                  </a:cubicBezTo>
                  <a:cubicBezTo>
                    <a:pt x="118071" y="622969"/>
                    <a:pt x="116927" y="615349"/>
                    <a:pt x="118165" y="607920"/>
                  </a:cubicBezTo>
                  <a:lnTo>
                    <a:pt x="148169" y="433040"/>
                  </a:lnTo>
                  <a:cubicBezTo>
                    <a:pt x="150170" y="421992"/>
                    <a:pt x="146646" y="410657"/>
                    <a:pt x="138644" y="402751"/>
                  </a:cubicBezTo>
                  <a:lnTo>
                    <a:pt x="11581" y="278926"/>
                  </a:lnTo>
                  <a:cubicBezTo>
                    <a:pt x="-1945" y="265686"/>
                    <a:pt x="-2230" y="243969"/>
                    <a:pt x="11009" y="230444"/>
                  </a:cubicBezTo>
                  <a:cubicBezTo>
                    <a:pt x="16248" y="225014"/>
                    <a:pt x="23201" y="221490"/>
                    <a:pt x="30631" y="220443"/>
                  </a:cubicBezTo>
                  <a:lnTo>
                    <a:pt x="206271" y="194915"/>
                  </a:lnTo>
                  <a:cubicBezTo>
                    <a:pt x="217511" y="193201"/>
                    <a:pt x="227132" y="186058"/>
                    <a:pt x="232085" y="175865"/>
                  </a:cubicBezTo>
                  <a:lnTo>
                    <a:pt x="310571" y="16798"/>
                  </a:lnTo>
                  <a:cubicBezTo>
                    <a:pt x="319428" y="34"/>
                    <a:pt x="340098" y="-6348"/>
                    <a:pt x="356862" y="2415"/>
                  </a:cubicBezTo>
                  <a:cubicBezTo>
                    <a:pt x="363054" y="5653"/>
                    <a:pt x="368007" y="10702"/>
                    <a:pt x="371245" y="1679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43" name="Google Shape;743;p18"/>
            <p:cNvSpPr/>
            <p:nvPr/>
          </p:nvSpPr>
          <p:spPr>
            <a:xfrm>
              <a:off x="1526423" y="4630798"/>
              <a:ext cx="679327" cy="649550"/>
            </a:xfrm>
            <a:custGeom>
              <a:rect b="b" l="l" r="r" t="t"/>
              <a:pathLst>
                <a:path extrusionOk="0" h="649550" w="679327">
                  <a:moveTo>
                    <a:pt x="371245" y="16798"/>
                  </a:moveTo>
                  <a:lnTo>
                    <a:pt x="449731" y="175865"/>
                  </a:lnTo>
                  <a:cubicBezTo>
                    <a:pt x="454684" y="186058"/>
                    <a:pt x="464304" y="193201"/>
                    <a:pt x="475543" y="194915"/>
                  </a:cubicBezTo>
                  <a:lnTo>
                    <a:pt x="651185" y="220443"/>
                  </a:lnTo>
                  <a:cubicBezTo>
                    <a:pt x="669949" y="223110"/>
                    <a:pt x="682903" y="240540"/>
                    <a:pt x="680235" y="259304"/>
                  </a:cubicBezTo>
                  <a:cubicBezTo>
                    <a:pt x="679188" y="266734"/>
                    <a:pt x="675663" y="273687"/>
                    <a:pt x="670235" y="278926"/>
                  </a:cubicBezTo>
                  <a:lnTo>
                    <a:pt x="543172" y="402751"/>
                  </a:lnTo>
                  <a:cubicBezTo>
                    <a:pt x="535170" y="410657"/>
                    <a:pt x="531646" y="421992"/>
                    <a:pt x="533647" y="433040"/>
                  </a:cubicBezTo>
                  <a:lnTo>
                    <a:pt x="563649" y="607920"/>
                  </a:lnTo>
                  <a:cubicBezTo>
                    <a:pt x="566889" y="626589"/>
                    <a:pt x="554315" y="644305"/>
                    <a:pt x="535646" y="647543"/>
                  </a:cubicBezTo>
                  <a:cubicBezTo>
                    <a:pt x="528217" y="648782"/>
                    <a:pt x="520597" y="647639"/>
                    <a:pt x="513929" y="644114"/>
                  </a:cubicBezTo>
                  <a:lnTo>
                    <a:pt x="356862" y="561532"/>
                  </a:lnTo>
                  <a:cubicBezTo>
                    <a:pt x="346860" y="556294"/>
                    <a:pt x="334954" y="556294"/>
                    <a:pt x="324953" y="561532"/>
                  </a:cubicBezTo>
                  <a:lnTo>
                    <a:pt x="167886" y="644114"/>
                  </a:lnTo>
                  <a:cubicBezTo>
                    <a:pt x="151122" y="652878"/>
                    <a:pt x="130357" y="646496"/>
                    <a:pt x="121595" y="629636"/>
                  </a:cubicBezTo>
                  <a:cubicBezTo>
                    <a:pt x="118071" y="622969"/>
                    <a:pt x="116928" y="615349"/>
                    <a:pt x="118166" y="607920"/>
                  </a:cubicBezTo>
                  <a:lnTo>
                    <a:pt x="148169" y="433040"/>
                  </a:lnTo>
                  <a:cubicBezTo>
                    <a:pt x="150075" y="421992"/>
                    <a:pt x="146550" y="410657"/>
                    <a:pt x="138644" y="402751"/>
                  </a:cubicBezTo>
                  <a:lnTo>
                    <a:pt x="11581" y="278926"/>
                  </a:lnTo>
                  <a:cubicBezTo>
                    <a:pt x="-1945" y="265686"/>
                    <a:pt x="-2230" y="243969"/>
                    <a:pt x="11010" y="230444"/>
                  </a:cubicBezTo>
                  <a:cubicBezTo>
                    <a:pt x="16248" y="225014"/>
                    <a:pt x="23201" y="221490"/>
                    <a:pt x="30631" y="220443"/>
                  </a:cubicBezTo>
                  <a:lnTo>
                    <a:pt x="206272" y="194915"/>
                  </a:lnTo>
                  <a:cubicBezTo>
                    <a:pt x="217511" y="193297"/>
                    <a:pt x="227132" y="186153"/>
                    <a:pt x="231989" y="175865"/>
                  </a:cubicBezTo>
                  <a:lnTo>
                    <a:pt x="310571" y="16798"/>
                  </a:lnTo>
                  <a:cubicBezTo>
                    <a:pt x="319428" y="34"/>
                    <a:pt x="340098" y="-6348"/>
                    <a:pt x="356862" y="2415"/>
                  </a:cubicBezTo>
                  <a:cubicBezTo>
                    <a:pt x="363053" y="5653"/>
                    <a:pt x="368007" y="10702"/>
                    <a:pt x="371245" y="1679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44" name="Google Shape;744;p18"/>
            <p:cNvSpPr/>
            <p:nvPr/>
          </p:nvSpPr>
          <p:spPr>
            <a:xfrm>
              <a:off x="2257467" y="4630904"/>
              <a:ext cx="679233" cy="649444"/>
            </a:xfrm>
            <a:custGeom>
              <a:rect b="b" l="l" r="r" t="t"/>
              <a:pathLst>
                <a:path extrusionOk="0" h="649444" w="679233">
                  <a:moveTo>
                    <a:pt x="371149" y="16692"/>
                  </a:moveTo>
                  <a:lnTo>
                    <a:pt x="449635" y="175759"/>
                  </a:lnTo>
                  <a:cubicBezTo>
                    <a:pt x="454589" y="185951"/>
                    <a:pt x="464209" y="193095"/>
                    <a:pt x="475448" y="194809"/>
                  </a:cubicBezTo>
                  <a:lnTo>
                    <a:pt x="651089" y="220337"/>
                  </a:lnTo>
                  <a:cubicBezTo>
                    <a:pt x="669853" y="223004"/>
                    <a:pt x="682807" y="240434"/>
                    <a:pt x="680141" y="259198"/>
                  </a:cubicBezTo>
                  <a:cubicBezTo>
                    <a:pt x="679092" y="266628"/>
                    <a:pt x="675568" y="273581"/>
                    <a:pt x="670139" y="278820"/>
                  </a:cubicBezTo>
                  <a:lnTo>
                    <a:pt x="543076" y="402645"/>
                  </a:lnTo>
                  <a:cubicBezTo>
                    <a:pt x="535074" y="410551"/>
                    <a:pt x="531550" y="421886"/>
                    <a:pt x="533551" y="432934"/>
                  </a:cubicBezTo>
                  <a:lnTo>
                    <a:pt x="563554" y="607814"/>
                  </a:lnTo>
                  <a:cubicBezTo>
                    <a:pt x="566698" y="626578"/>
                    <a:pt x="554124" y="644294"/>
                    <a:pt x="535360" y="647437"/>
                  </a:cubicBezTo>
                  <a:cubicBezTo>
                    <a:pt x="527931" y="648676"/>
                    <a:pt x="520407" y="647437"/>
                    <a:pt x="513738" y="644008"/>
                  </a:cubicBezTo>
                  <a:lnTo>
                    <a:pt x="356767" y="561426"/>
                  </a:lnTo>
                  <a:cubicBezTo>
                    <a:pt x="346766" y="556188"/>
                    <a:pt x="334860" y="556188"/>
                    <a:pt x="324858" y="561426"/>
                  </a:cubicBezTo>
                  <a:lnTo>
                    <a:pt x="167791" y="644008"/>
                  </a:lnTo>
                  <a:cubicBezTo>
                    <a:pt x="151027" y="652772"/>
                    <a:pt x="130262" y="646390"/>
                    <a:pt x="121500" y="629530"/>
                  </a:cubicBezTo>
                  <a:cubicBezTo>
                    <a:pt x="117975" y="622863"/>
                    <a:pt x="116832" y="615243"/>
                    <a:pt x="118071" y="607814"/>
                  </a:cubicBezTo>
                  <a:lnTo>
                    <a:pt x="148074" y="432934"/>
                  </a:lnTo>
                  <a:cubicBezTo>
                    <a:pt x="150075" y="421886"/>
                    <a:pt x="146455" y="410551"/>
                    <a:pt x="138549" y="402645"/>
                  </a:cubicBezTo>
                  <a:lnTo>
                    <a:pt x="11581" y="278820"/>
                  </a:lnTo>
                  <a:cubicBezTo>
                    <a:pt x="-1945" y="265580"/>
                    <a:pt x="-2230" y="243863"/>
                    <a:pt x="11010" y="230338"/>
                  </a:cubicBezTo>
                  <a:cubicBezTo>
                    <a:pt x="16248" y="224908"/>
                    <a:pt x="23201" y="221384"/>
                    <a:pt x="30631" y="220337"/>
                  </a:cubicBezTo>
                  <a:lnTo>
                    <a:pt x="206177" y="194809"/>
                  </a:lnTo>
                  <a:cubicBezTo>
                    <a:pt x="217416" y="193191"/>
                    <a:pt x="227132" y="186047"/>
                    <a:pt x="231989" y="175759"/>
                  </a:cubicBezTo>
                  <a:lnTo>
                    <a:pt x="310571" y="16692"/>
                  </a:lnTo>
                  <a:cubicBezTo>
                    <a:pt x="319428" y="-72"/>
                    <a:pt x="340193" y="-6359"/>
                    <a:pt x="356957" y="2500"/>
                  </a:cubicBezTo>
                  <a:cubicBezTo>
                    <a:pt x="362958" y="5643"/>
                    <a:pt x="367911" y="10596"/>
                    <a:pt x="371149" y="1669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45" name="Google Shape;745;p18"/>
            <p:cNvSpPr/>
            <p:nvPr/>
          </p:nvSpPr>
          <p:spPr>
            <a:xfrm>
              <a:off x="2988320" y="4630798"/>
              <a:ext cx="679231" cy="649550"/>
            </a:xfrm>
            <a:custGeom>
              <a:rect b="b" l="l" r="r" t="t"/>
              <a:pathLst>
                <a:path extrusionOk="0" h="649550" w="679231">
                  <a:moveTo>
                    <a:pt x="371244" y="16798"/>
                  </a:moveTo>
                  <a:lnTo>
                    <a:pt x="449730" y="175865"/>
                  </a:lnTo>
                  <a:cubicBezTo>
                    <a:pt x="454655" y="186058"/>
                    <a:pt x="464313" y="193201"/>
                    <a:pt x="475543" y="194915"/>
                  </a:cubicBezTo>
                  <a:lnTo>
                    <a:pt x="651089" y="220443"/>
                  </a:lnTo>
                  <a:cubicBezTo>
                    <a:pt x="669834" y="223110"/>
                    <a:pt x="682836" y="240540"/>
                    <a:pt x="680131" y="259304"/>
                  </a:cubicBezTo>
                  <a:cubicBezTo>
                    <a:pt x="679055" y="266734"/>
                    <a:pt x="675540" y="273687"/>
                    <a:pt x="670139" y="278926"/>
                  </a:cubicBezTo>
                  <a:lnTo>
                    <a:pt x="543076" y="402751"/>
                  </a:lnTo>
                  <a:cubicBezTo>
                    <a:pt x="535122" y="410657"/>
                    <a:pt x="531560" y="421992"/>
                    <a:pt x="533551" y="433040"/>
                  </a:cubicBezTo>
                  <a:lnTo>
                    <a:pt x="563459" y="607920"/>
                  </a:lnTo>
                  <a:cubicBezTo>
                    <a:pt x="566678" y="626589"/>
                    <a:pt x="554163" y="644305"/>
                    <a:pt x="535494" y="647543"/>
                  </a:cubicBezTo>
                  <a:cubicBezTo>
                    <a:pt x="528064" y="648782"/>
                    <a:pt x="520416" y="647639"/>
                    <a:pt x="513739" y="644114"/>
                  </a:cubicBezTo>
                  <a:lnTo>
                    <a:pt x="356767" y="561532"/>
                  </a:lnTo>
                  <a:cubicBezTo>
                    <a:pt x="346775" y="556294"/>
                    <a:pt x="334850" y="556294"/>
                    <a:pt x="324858" y="561532"/>
                  </a:cubicBezTo>
                  <a:lnTo>
                    <a:pt x="167791" y="644114"/>
                  </a:lnTo>
                  <a:cubicBezTo>
                    <a:pt x="151026" y="652878"/>
                    <a:pt x="130262" y="646496"/>
                    <a:pt x="121499" y="629636"/>
                  </a:cubicBezTo>
                  <a:cubicBezTo>
                    <a:pt x="117975" y="622969"/>
                    <a:pt x="116832" y="615349"/>
                    <a:pt x="118070" y="607920"/>
                  </a:cubicBezTo>
                  <a:lnTo>
                    <a:pt x="148074" y="433040"/>
                  </a:lnTo>
                  <a:cubicBezTo>
                    <a:pt x="150074" y="421992"/>
                    <a:pt x="146455" y="410657"/>
                    <a:pt x="138549" y="402751"/>
                  </a:cubicBezTo>
                  <a:lnTo>
                    <a:pt x="11580" y="278926"/>
                  </a:lnTo>
                  <a:cubicBezTo>
                    <a:pt x="-1944" y="265686"/>
                    <a:pt x="-2230" y="243969"/>
                    <a:pt x="11009" y="230444"/>
                  </a:cubicBezTo>
                  <a:cubicBezTo>
                    <a:pt x="16248" y="225014"/>
                    <a:pt x="23201" y="221490"/>
                    <a:pt x="30630" y="220443"/>
                  </a:cubicBezTo>
                  <a:lnTo>
                    <a:pt x="206177" y="194915"/>
                  </a:lnTo>
                  <a:cubicBezTo>
                    <a:pt x="217416" y="193297"/>
                    <a:pt x="227131" y="186153"/>
                    <a:pt x="231989" y="175865"/>
                  </a:cubicBezTo>
                  <a:lnTo>
                    <a:pt x="310570" y="16798"/>
                  </a:lnTo>
                  <a:cubicBezTo>
                    <a:pt x="319400" y="34"/>
                    <a:pt x="340136" y="-6348"/>
                    <a:pt x="356891" y="2415"/>
                  </a:cubicBezTo>
                  <a:cubicBezTo>
                    <a:pt x="363015" y="5653"/>
                    <a:pt x="368016" y="10702"/>
                    <a:pt x="371244" y="1679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46" name="Google Shape;746;p18"/>
            <p:cNvSpPr/>
            <p:nvPr/>
          </p:nvSpPr>
          <p:spPr>
            <a:xfrm>
              <a:off x="3719250" y="4630830"/>
              <a:ext cx="679249" cy="649518"/>
            </a:xfrm>
            <a:custGeom>
              <a:rect b="b" l="l" r="r" t="t"/>
              <a:pathLst>
                <a:path extrusionOk="0" h="649518" w="679249">
                  <a:moveTo>
                    <a:pt x="371263" y="16766"/>
                  </a:moveTo>
                  <a:lnTo>
                    <a:pt x="449749" y="175833"/>
                  </a:lnTo>
                  <a:cubicBezTo>
                    <a:pt x="454673" y="186025"/>
                    <a:pt x="464331" y="193169"/>
                    <a:pt x="475561" y="194883"/>
                  </a:cubicBezTo>
                  <a:lnTo>
                    <a:pt x="651107" y="220411"/>
                  </a:lnTo>
                  <a:cubicBezTo>
                    <a:pt x="669853" y="223078"/>
                    <a:pt x="682854" y="240508"/>
                    <a:pt x="680149" y="259272"/>
                  </a:cubicBezTo>
                  <a:cubicBezTo>
                    <a:pt x="679073" y="266702"/>
                    <a:pt x="675558" y="273655"/>
                    <a:pt x="670157" y="278894"/>
                  </a:cubicBezTo>
                  <a:lnTo>
                    <a:pt x="543094" y="402719"/>
                  </a:lnTo>
                  <a:cubicBezTo>
                    <a:pt x="535150" y="410625"/>
                    <a:pt x="531597" y="421960"/>
                    <a:pt x="533569" y="433008"/>
                  </a:cubicBezTo>
                  <a:lnTo>
                    <a:pt x="563572" y="607888"/>
                  </a:lnTo>
                  <a:cubicBezTo>
                    <a:pt x="566792" y="626557"/>
                    <a:pt x="554276" y="644273"/>
                    <a:pt x="535607" y="647511"/>
                  </a:cubicBezTo>
                  <a:cubicBezTo>
                    <a:pt x="528177" y="648750"/>
                    <a:pt x="520529" y="647607"/>
                    <a:pt x="513852" y="644082"/>
                  </a:cubicBezTo>
                  <a:lnTo>
                    <a:pt x="356880" y="561500"/>
                  </a:lnTo>
                  <a:cubicBezTo>
                    <a:pt x="346889" y="556262"/>
                    <a:pt x="334963" y="556262"/>
                    <a:pt x="324971" y="561500"/>
                  </a:cubicBezTo>
                  <a:lnTo>
                    <a:pt x="167904" y="644082"/>
                  </a:lnTo>
                  <a:cubicBezTo>
                    <a:pt x="151131" y="652846"/>
                    <a:pt x="130404" y="646464"/>
                    <a:pt x="121613" y="629604"/>
                  </a:cubicBezTo>
                  <a:cubicBezTo>
                    <a:pt x="118107" y="622937"/>
                    <a:pt x="116898" y="615317"/>
                    <a:pt x="118184" y="607888"/>
                  </a:cubicBezTo>
                  <a:lnTo>
                    <a:pt x="148187" y="433008"/>
                  </a:lnTo>
                  <a:cubicBezTo>
                    <a:pt x="150159" y="421960"/>
                    <a:pt x="146606" y="410625"/>
                    <a:pt x="138662" y="402719"/>
                  </a:cubicBezTo>
                  <a:lnTo>
                    <a:pt x="11599" y="278894"/>
                  </a:lnTo>
                  <a:cubicBezTo>
                    <a:pt x="-1955" y="265654"/>
                    <a:pt x="-2222" y="243937"/>
                    <a:pt x="10999" y="230412"/>
                  </a:cubicBezTo>
                  <a:cubicBezTo>
                    <a:pt x="16266" y="224982"/>
                    <a:pt x="23182" y="221458"/>
                    <a:pt x="30649" y="220411"/>
                  </a:cubicBezTo>
                  <a:lnTo>
                    <a:pt x="206195" y="194883"/>
                  </a:lnTo>
                  <a:cubicBezTo>
                    <a:pt x="217434" y="193265"/>
                    <a:pt x="227112" y="186121"/>
                    <a:pt x="232007" y="175833"/>
                  </a:cubicBezTo>
                  <a:lnTo>
                    <a:pt x="310493" y="16766"/>
                  </a:lnTo>
                  <a:cubicBezTo>
                    <a:pt x="319380" y="2"/>
                    <a:pt x="340192" y="-6380"/>
                    <a:pt x="356975" y="2479"/>
                  </a:cubicBezTo>
                  <a:cubicBezTo>
                    <a:pt x="363062" y="5717"/>
                    <a:pt x="368034" y="10670"/>
                    <a:pt x="371263" y="1676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grpSp>
        <p:nvGrpSpPr>
          <p:cNvPr id="747" name="Google Shape;747;p18"/>
          <p:cNvGrpSpPr/>
          <p:nvPr/>
        </p:nvGrpSpPr>
        <p:grpSpPr>
          <a:xfrm>
            <a:off x="9539063" y="1843530"/>
            <a:ext cx="1137547" cy="205076"/>
            <a:chOff x="795474" y="4630798"/>
            <a:chExt cx="3603025" cy="649550"/>
          </a:xfrm>
        </p:grpSpPr>
        <p:sp>
          <p:nvSpPr>
            <p:cNvPr id="748" name="Google Shape;748;p18"/>
            <p:cNvSpPr/>
            <p:nvPr/>
          </p:nvSpPr>
          <p:spPr>
            <a:xfrm>
              <a:off x="795474" y="4630798"/>
              <a:ext cx="679327" cy="649550"/>
            </a:xfrm>
            <a:custGeom>
              <a:rect b="b" l="l" r="r" t="t"/>
              <a:pathLst>
                <a:path extrusionOk="0" h="649550" w="679327">
                  <a:moveTo>
                    <a:pt x="371245" y="16798"/>
                  </a:moveTo>
                  <a:lnTo>
                    <a:pt x="449826" y="175865"/>
                  </a:lnTo>
                  <a:cubicBezTo>
                    <a:pt x="454684" y="186153"/>
                    <a:pt x="464400" y="193297"/>
                    <a:pt x="475639" y="194915"/>
                  </a:cubicBezTo>
                  <a:lnTo>
                    <a:pt x="651185" y="220443"/>
                  </a:lnTo>
                  <a:cubicBezTo>
                    <a:pt x="669949" y="223110"/>
                    <a:pt x="682903" y="240540"/>
                    <a:pt x="680235" y="259304"/>
                  </a:cubicBezTo>
                  <a:cubicBezTo>
                    <a:pt x="679188" y="266734"/>
                    <a:pt x="675664" y="273687"/>
                    <a:pt x="670235" y="278926"/>
                  </a:cubicBezTo>
                  <a:lnTo>
                    <a:pt x="543171" y="402751"/>
                  </a:lnTo>
                  <a:cubicBezTo>
                    <a:pt x="535265" y="410657"/>
                    <a:pt x="531741" y="421992"/>
                    <a:pt x="533646" y="433040"/>
                  </a:cubicBezTo>
                  <a:lnTo>
                    <a:pt x="563650" y="607920"/>
                  </a:lnTo>
                  <a:cubicBezTo>
                    <a:pt x="566889" y="626589"/>
                    <a:pt x="554315" y="644305"/>
                    <a:pt x="535647" y="647543"/>
                  </a:cubicBezTo>
                  <a:cubicBezTo>
                    <a:pt x="528217" y="648782"/>
                    <a:pt x="520596" y="647639"/>
                    <a:pt x="513929" y="644114"/>
                  </a:cubicBezTo>
                  <a:lnTo>
                    <a:pt x="356862" y="561532"/>
                  </a:lnTo>
                  <a:cubicBezTo>
                    <a:pt x="346860" y="556294"/>
                    <a:pt x="334954" y="556294"/>
                    <a:pt x="324954" y="561532"/>
                  </a:cubicBezTo>
                  <a:lnTo>
                    <a:pt x="167886" y="644114"/>
                  </a:lnTo>
                  <a:cubicBezTo>
                    <a:pt x="151122" y="652878"/>
                    <a:pt x="130357" y="646496"/>
                    <a:pt x="121595" y="629636"/>
                  </a:cubicBezTo>
                  <a:cubicBezTo>
                    <a:pt x="118071" y="622969"/>
                    <a:pt x="116927" y="615349"/>
                    <a:pt x="118165" y="607920"/>
                  </a:cubicBezTo>
                  <a:lnTo>
                    <a:pt x="148169" y="433040"/>
                  </a:lnTo>
                  <a:cubicBezTo>
                    <a:pt x="150170" y="421992"/>
                    <a:pt x="146646" y="410657"/>
                    <a:pt x="138644" y="402751"/>
                  </a:cubicBezTo>
                  <a:lnTo>
                    <a:pt x="11581" y="278926"/>
                  </a:lnTo>
                  <a:cubicBezTo>
                    <a:pt x="-1945" y="265686"/>
                    <a:pt x="-2230" y="243969"/>
                    <a:pt x="11009" y="230444"/>
                  </a:cubicBezTo>
                  <a:cubicBezTo>
                    <a:pt x="16248" y="225014"/>
                    <a:pt x="23201" y="221490"/>
                    <a:pt x="30631" y="220443"/>
                  </a:cubicBezTo>
                  <a:lnTo>
                    <a:pt x="206271" y="194915"/>
                  </a:lnTo>
                  <a:cubicBezTo>
                    <a:pt x="217511" y="193201"/>
                    <a:pt x="227132" y="186058"/>
                    <a:pt x="232085" y="175865"/>
                  </a:cubicBezTo>
                  <a:lnTo>
                    <a:pt x="310571" y="16798"/>
                  </a:lnTo>
                  <a:cubicBezTo>
                    <a:pt x="319428" y="34"/>
                    <a:pt x="340098" y="-6348"/>
                    <a:pt x="356862" y="2415"/>
                  </a:cubicBezTo>
                  <a:cubicBezTo>
                    <a:pt x="363054" y="5653"/>
                    <a:pt x="368007" y="10702"/>
                    <a:pt x="371245" y="1679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49" name="Google Shape;749;p18"/>
            <p:cNvSpPr/>
            <p:nvPr/>
          </p:nvSpPr>
          <p:spPr>
            <a:xfrm>
              <a:off x="1526423" y="4630798"/>
              <a:ext cx="679327" cy="649550"/>
            </a:xfrm>
            <a:custGeom>
              <a:rect b="b" l="l" r="r" t="t"/>
              <a:pathLst>
                <a:path extrusionOk="0" h="649550" w="679327">
                  <a:moveTo>
                    <a:pt x="371245" y="16798"/>
                  </a:moveTo>
                  <a:lnTo>
                    <a:pt x="449731" y="175865"/>
                  </a:lnTo>
                  <a:cubicBezTo>
                    <a:pt x="454684" y="186058"/>
                    <a:pt x="464304" y="193201"/>
                    <a:pt x="475543" y="194915"/>
                  </a:cubicBezTo>
                  <a:lnTo>
                    <a:pt x="651185" y="220443"/>
                  </a:lnTo>
                  <a:cubicBezTo>
                    <a:pt x="669949" y="223110"/>
                    <a:pt x="682903" y="240540"/>
                    <a:pt x="680235" y="259304"/>
                  </a:cubicBezTo>
                  <a:cubicBezTo>
                    <a:pt x="679188" y="266734"/>
                    <a:pt x="675663" y="273687"/>
                    <a:pt x="670235" y="278926"/>
                  </a:cubicBezTo>
                  <a:lnTo>
                    <a:pt x="543172" y="402751"/>
                  </a:lnTo>
                  <a:cubicBezTo>
                    <a:pt x="535170" y="410657"/>
                    <a:pt x="531646" y="421992"/>
                    <a:pt x="533647" y="433040"/>
                  </a:cubicBezTo>
                  <a:lnTo>
                    <a:pt x="563649" y="607920"/>
                  </a:lnTo>
                  <a:cubicBezTo>
                    <a:pt x="566889" y="626589"/>
                    <a:pt x="554315" y="644305"/>
                    <a:pt x="535646" y="647543"/>
                  </a:cubicBezTo>
                  <a:cubicBezTo>
                    <a:pt x="528217" y="648782"/>
                    <a:pt x="520597" y="647639"/>
                    <a:pt x="513929" y="644114"/>
                  </a:cubicBezTo>
                  <a:lnTo>
                    <a:pt x="356862" y="561532"/>
                  </a:lnTo>
                  <a:cubicBezTo>
                    <a:pt x="346860" y="556294"/>
                    <a:pt x="334954" y="556294"/>
                    <a:pt x="324953" y="561532"/>
                  </a:cubicBezTo>
                  <a:lnTo>
                    <a:pt x="167886" y="644114"/>
                  </a:lnTo>
                  <a:cubicBezTo>
                    <a:pt x="151122" y="652878"/>
                    <a:pt x="130357" y="646496"/>
                    <a:pt x="121595" y="629636"/>
                  </a:cubicBezTo>
                  <a:cubicBezTo>
                    <a:pt x="118071" y="622969"/>
                    <a:pt x="116928" y="615349"/>
                    <a:pt x="118166" y="607920"/>
                  </a:cubicBezTo>
                  <a:lnTo>
                    <a:pt x="148169" y="433040"/>
                  </a:lnTo>
                  <a:cubicBezTo>
                    <a:pt x="150075" y="421992"/>
                    <a:pt x="146550" y="410657"/>
                    <a:pt x="138644" y="402751"/>
                  </a:cubicBezTo>
                  <a:lnTo>
                    <a:pt x="11581" y="278926"/>
                  </a:lnTo>
                  <a:cubicBezTo>
                    <a:pt x="-1945" y="265686"/>
                    <a:pt x="-2230" y="243969"/>
                    <a:pt x="11010" y="230444"/>
                  </a:cubicBezTo>
                  <a:cubicBezTo>
                    <a:pt x="16248" y="225014"/>
                    <a:pt x="23201" y="221490"/>
                    <a:pt x="30631" y="220443"/>
                  </a:cubicBezTo>
                  <a:lnTo>
                    <a:pt x="206272" y="194915"/>
                  </a:lnTo>
                  <a:cubicBezTo>
                    <a:pt x="217511" y="193297"/>
                    <a:pt x="227132" y="186153"/>
                    <a:pt x="231989" y="175865"/>
                  </a:cubicBezTo>
                  <a:lnTo>
                    <a:pt x="310571" y="16798"/>
                  </a:lnTo>
                  <a:cubicBezTo>
                    <a:pt x="319428" y="34"/>
                    <a:pt x="340098" y="-6348"/>
                    <a:pt x="356862" y="2415"/>
                  </a:cubicBezTo>
                  <a:cubicBezTo>
                    <a:pt x="363053" y="5653"/>
                    <a:pt x="368007" y="10702"/>
                    <a:pt x="371245" y="1679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50" name="Google Shape;750;p18"/>
            <p:cNvSpPr/>
            <p:nvPr/>
          </p:nvSpPr>
          <p:spPr>
            <a:xfrm>
              <a:off x="2257467" y="4630904"/>
              <a:ext cx="679233" cy="649444"/>
            </a:xfrm>
            <a:custGeom>
              <a:rect b="b" l="l" r="r" t="t"/>
              <a:pathLst>
                <a:path extrusionOk="0" h="649444" w="679233">
                  <a:moveTo>
                    <a:pt x="371149" y="16692"/>
                  </a:moveTo>
                  <a:lnTo>
                    <a:pt x="449635" y="175759"/>
                  </a:lnTo>
                  <a:cubicBezTo>
                    <a:pt x="454589" y="185951"/>
                    <a:pt x="464209" y="193095"/>
                    <a:pt x="475448" y="194809"/>
                  </a:cubicBezTo>
                  <a:lnTo>
                    <a:pt x="651089" y="220337"/>
                  </a:lnTo>
                  <a:cubicBezTo>
                    <a:pt x="669853" y="223004"/>
                    <a:pt x="682807" y="240434"/>
                    <a:pt x="680141" y="259198"/>
                  </a:cubicBezTo>
                  <a:cubicBezTo>
                    <a:pt x="679092" y="266628"/>
                    <a:pt x="675568" y="273581"/>
                    <a:pt x="670139" y="278820"/>
                  </a:cubicBezTo>
                  <a:lnTo>
                    <a:pt x="543076" y="402645"/>
                  </a:lnTo>
                  <a:cubicBezTo>
                    <a:pt x="535074" y="410551"/>
                    <a:pt x="531550" y="421886"/>
                    <a:pt x="533551" y="432934"/>
                  </a:cubicBezTo>
                  <a:lnTo>
                    <a:pt x="563554" y="607814"/>
                  </a:lnTo>
                  <a:cubicBezTo>
                    <a:pt x="566698" y="626578"/>
                    <a:pt x="554124" y="644294"/>
                    <a:pt x="535360" y="647437"/>
                  </a:cubicBezTo>
                  <a:cubicBezTo>
                    <a:pt x="527931" y="648676"/>
                    <a:pt x="520407" y="647437"/>
                    <a:pt x="513738" y="644008"/>
                  </a:cubicBezTo>
                  <a:lnTo>
                    <a:pt x="356767" y="561426"/>
                  </a:lnTo>
                  <a:cubicBezTo>
                    <a:pt x="346766" y="556188"/>
                    <a:pt x="334860" y="556188"/>
                    <a:pt x="324858" y="561426"/>
                  </a:cubicBezTo>
                  <a:lnTo>
                    <a:pt x="167791" y="644008"/>
                  </a:lnTo>
                  <a:cubicBezTo>
                    <a:pt x="151027" y="652772"/>
                    <a:pt x="130262" y="646390"/>
                    <a:pt x="121500" y="629530"/>
                  </a:cubicBezTo>
                  <a:cubicBezTo>
                    <a:pt x="117975" y="622863"/>
                    <a:pt x="116832" y="615243"/>
                    <a:pt x="118071" y="607814"/>
                  </a:cubicBezTo>
                  <a:lnTo>
                    <a:pt x="148074" y="432934"/>
                  </a:lnTo>
                  <a:cubicBezTo>
                    <a:pt x="150075" y="421886"/>
                    <a:pt x="146455" y="410551"/>
                    <a:pt x="138549" y="402645"/>
                  </a:cubicBezTo>
                  <a:lnTo>
                    <a:pt x="11581" y="278820"/>
                  </a:lnTo>
                  <a:cubicBezTo>
                    <a:pt x="-1945" y="265580"/>
                    <a:pt x="-2230" y="243863"/>
                    <a:pt x="11010" y="230338"/>
                  </a:cubicBezTo>
                  <a:cubicBezTo>
                    <a:pt x="16248" y="224908"/>
                    <a:pt x="23201" y="221384"/>
                    <a:pt x="30631" y="220337"/>
                  </a:cubicBezTo>
                  <a:lnTo>
                    <a:pt x="206177" y="194809"/>
                  </a:lnTo>
                  <a:cubicBezTo>
                    <a:pt x="217416" y="193191"/>
                    <a:pt x="227132" y="186047"/>
                    <a:pt x="231989" y="175759"/>
                  </a:cubicBezTo>
                  <a:lnTo>
                    <a:pt x="310571" y="16692"/>
                  </a:lnTo>
                  <a:cubicBezTo>
                    <a:pt x="319428" y="-72"/>
                    <a:pt x="340193" y="-6359"/>
                    <a:pt x="356957" y="2500"/>
                  </a:cubicBezTo>
                  <a:cubicBezTo>
                    <a:pt x="362958" y="5643"/>
                    <a:pt x="367911" y="10596"/>
                    <a:pt x="371149" y="1669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51" name="Google Shape;751;p18"/>
            <p:cNvSpPr/>
            <p:nvPr/>
          </p:nvSpPr>
          <p:spPr>
            <a:xfrm>
              <a:off x="2988320" y="4630798"/>
              <a:ext cx="679231" cy="649550"/>
            </a:xfrm>
            <a:custGeom>
              <a:rect b="b" l="l" r="r" t="t"/>
              <a:pathLst>
                <a:path extrusionOk="0" h="649550" w="679231">
                  <a:moveTo>
                    <a:pt x="371244" y="16798"/>
                  </a:moveTo>
                  <a:lnTo>
                    <a:pt x="449730" y="175865"/>
                  </a:lnTo>
                  <a:cubicBezTo>
                    <a:pt x="454655" y="186058"/>
                    <a:pt x="464313" y="193201"/>
                    <a:pt x="475543" y="194915"/>
                  </a:cubicBezTo>
                  <a:lnTo>
                    <a:pt x="651089" y="220443"/>
                  </a:lnTo>
                  <a:cubicBezTo>
                    <a:pt x="669834" y="223110"/>
                    <a:pt x="682836" y="240540"/>
                    <a:pt x="680131" y="259304"/>
                  </a:cubicBezTo>
                  <a:cubicBezTo>
                    <a:pt x="679055" y="266734"/>
                    <a:pt x="675540" y="273687"/>
                    <a:pt x="670139" y="278926"/>
                  </a:cubicBezTo>
                  <a:lnTo>
                    <a:pt x="543076" y="402751"/>
                  </a:lnTo>
                  <a:cubicBezTo>
                    <a:pt x="535122" y="410657"/>
                    <a:pt x="531560" y="421992"/>
                    <a:pt x="533551" y="433040"/>
                  </a:cubicBezTo>
                  <a:lnTo>
                    <a:pt x="563459" y="607920"/>
                  </a:lnTo>
                  <a:cubicBezTo>
                    <a:pt x="566678" y="626589"/>
                    <a:pt x="554163" y="644305"/>
                    <a:pt x="535494" y="647543"/>
                  </a:cubicBezTo>
                  <a:cubicBezTo>
                    <a:pt x="528064" y="648782"/>
                    <a:pt x="520416" y="647639"/>
                    <a:pt x="513739" y="644114"/>
                  </a:cubicBezTo>
                  <a:lnTo>
                    <a:pt x="356767" y="561532"/>
                  </a:lnTo>
                  <a:cubicBezTo>
                    <a:pt x="346775" y="556294"/>
                    <a:pt x="334850" y="556294"/>
                    <a:pt x="324858" y="561532"/>
                  </a:cubicBezTo>
                  <a:lnTo>
                    <a:pt x="167791" y="644114"/>
                  </a:lnTo>
                  <a:cubicBezTo>
                    <a:pt x="151026" y="652878"/>
                    <a:pt x="130262" y="646496"/>
                    <a:pt x="121499" y="629636"/>
                  </a:cubicBezTo>
                  <a:cubicBezTo>
                    <a:pt x="117975" y="622969"/>
                    <a:pt x="116832" y="615349"/>
                    <a:pt x="118070" y="607920"/>
                  </a:cubicBezTo>
                  <a:lnTo>
                    <a:pt x="148074" y="433040"/>
                  </a:lnTo>
                  <a:cubicBezTo>
                    <a:pt x="150074" y="421992"/>
                    <a:pt x="146455" y="410657"/>
                    <a:pt x="138549" y="402751"/>
                  </a:cubicBezTo>
                  <a:lnTo>
                    <a:pt x="11580" y="278926"/>
                  </a:lnTo>
                  <a:cubicBezTo>
                    <a:pt x="-1944" y="265686"/>
                    <a:pt x="-2230" y="243969"/>
                    <a:pt x="11009" y="230444"/>
                  </a:cubicBezTo>
                  <a:cubicBezTo>
                    <a:pt x="16248" y="225014"/>
                    <a:pt x="23201" y="221490"/>
                    <a:pt x="30630" y="220443"/>
                  </a:cubicBezTo>
                  <a:lnTo>
                    <a:pt x="206177" y="194915"/>
                  </a:lnTo>
                  <a:cubicBezTo>
                    <a:pt x="217416" y="193297"/>
                    <a:pt x="227131" y="186153"/>
                    <a:pt x="231989" y="175865"/>
                  </a:cubicBezTo>
                  <a:lnTo>
                    <a:pt x="310570" y="16798"/>
                  </a:lnTo>
                  <a:cubicBezTo>
                    <a:pt x="319400" y="34"/>
                    <a:pt x="340136" y="-6348"/>
                    <a:pt x="356891" y="2415"/>
                  </a:cubicBezTo>
                  <a:cubicBezTo>
                    <a:pt x="363015" y="5653"/>
                    <a:pt x="368016" y="10702"/>
                    <a:pt x="371244" y="1679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52" name="Google Shape;752;p18"/>
            <p:cNvSpPr/>
            <p:nvPr/>
          </p:nvSpPr>
          <p:spPr>
            <a:xfrm>
              <a:off x="3719250" y="4630830"/>
              <a:ext cx="679249" cy="649518"/>
            </a:xfrm>
            <a:custGeom>
              <a:rect b="b" l="l" r="r" t="t"/>
              <a:pathLst>
                <a:path extrusionOk="0" h="649518" w="679249">
                  <a:moveTo>
                    <a:pt x="371263" y="16766"/>
                  </a:moveTo>
                  <a:lnTo>
                    <a:pt x="449749" y="175833"/>
                  </a:lnTo>
                  <a:cubicBezTo>
                    <a:pt x="454673" y="186025"/>
                    <a:pt x="464331" y="193169"/>
                    <a:pt x="475561" y="194883"/>
                  </a:cubicBezTo>
                  <a:lnTo>
                    <a:pt x="651107" y="220411"/>
                  </a:lnTo>
                  <a:cubicBezTo>
                    <a:pt x="669853" y="223078"/>
                    <a:pt x="682854" y="240508"/>
                    <a:pt x="680149" y="259272"/>
                  </a:cubicBezTo>
                  <a:cubicBezTo>
                    <a:pt x="679073" y="266702"/>
                    <a:pt x="675558" y="273655"/>
                    <a:pt x="670157" y="278894"/>
                  </a:cubicBezTo>
                  <a:lnTo>
                    <a:pt x="543094" y="402719"/>
                  </a:lnTo>
                  <a:cubicBezTo>
                    <a:pt x="535150" y="410625"/>
                    <a:pt x="531597" y="421960"/>
                    <a:pt x="533569" y="433008"/>
                  </a:cubicBezTo>
                  <a:lnTo>
                    <a:pt x="563572" y="607888"/>
                  </a:lnTo>
                  <a:cubicBezTo>
                    <a:pt x="566792" y="626557"/>
                    <a:pt x="554276" y="644273"/>
                    <a:pt x="535607" y="647511"/>
                  </a:cubicBezTo>
                  <a:cubicBezTo>
                    <a:pt x="528177" y="648750"/>
                    <a:pt x="520529" y="647607"/>
                    <a:pt x="513852" y="644082"/>
                  </a:cubicBezTo>
                  <a:lnTo>
                    <a:pt x="356880" y="561500"/>
                  </a:lnTo>
                  <a:cubicBezTo>
                    <a:pt x="346889" y="556262"/>
                    <a:pt x="334963" y="556262"/>
                    <a:pt x="324971" y="561500"/>
                  </a:cubicBezTo>
                  <a:lnTo>
                    <a:pt x="167904" y="644082"/>
                  </a:lnTo>
                  <a:cubicBezTo>
                    <a:pt x="151131" y="652846"/>
                    <a:pt x="130404" y="646464"/>
                    <a:pt x="121613" y="629604"/>
                  </a:cubicBezTo>
                  <a:cubicBezTo>
                    <a:pt x="118107" y="622937"/>
                    <a:pt x="116898" y="615317"/>
                    <a:pt x="118184" y="607888"/>
                  </a:cubicBezTo>
                  <a:lnTo>
                    <a:pt x="148187" y="433008"/>
                  </a:lnTo>
                  <a:cubicBezTo>
                    <a:pt x="150159" y="421960"/>
                    <a:pt x="146606" y="410625"/>
                    <a:pt x="138662" y="402719"/>
                  </a:cubicBezTo>
                  <a:lnTo>
                    <a:pt x="11599" y="278894"/>
                  </a:lnTo>
                  <a:cubicBezTo>
                    <a:pt x="-1955" y="265654"/>
                    <a:pt x="-2222" y="243937"/>
                    <a:pt x="10999" y="230412"/>
                  </a:cubicBezTo>
                  <a:cubicBezTo>
                    <a:pt x="16266" y="224982"/>
                    <a:pt x="23182" y="221458"/>
                    <a:pt x="30649" y="220411"/>
                  </a:cubicBezTo>
                  <a:lnTo>
                    <a:pt x="206195" y="194883"/>
                  </a:lnTo>
                  <a:cubicBezTo>
                    <a:pt x="217434" y="193265"/>
                    <a:pt x="227112" y="186121"/>
                    <a:pt x="232007" y="175833"/>
                  </a:cubicBezTo>
                  <a:lnTo>
                    <a:pt x="310493" y="16766"/>
                  </a:lnTo>
                  <a:cubicBezTo>
                    <a:pt x="319380" y="2"/>
                    <a:pt x="340192" y="-6380"/>
                    <a:pt x="356975" y="2479"/>
                  </a:cubicBezTo>
                  <a:cubicBezTo>
                    <a:pt x="363062" y="5717"/>
                    <a:pt x="368034" y="10670"/>
                    <a:pt x="371263" y="16766"/>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grpSp>
        <p:nvGrpSpPr>
          <p:cNvPr id="753" name="Google Shape;753;p18"/>
          <p:cNvGrpSpPr/>
          <p:nvPr/>
        </p:nvGrpSpPr>
        <p:grpSpPr>
          <a:xfrm>
            <a:off x="919912" y="4110992"/>
            <a:ext cx="813805" cy="813805"/>
            <a:chOff x="962802" y="1650514"/>
            <a:chExt cx="775113" cy="775113"/>
          </a:xfrm>
        </p:grpSpPr>
        <p:sp>
          <p:nvSpPr>
            <p:cNvPr id="754" name="Google Shape;754;p18"/>
            <p:cNvSpPr/>
            <p:nvPr/>
          </p:nvSpPr>
          <p:spPr>
            <a:xfrm rot="1227431">
              <a:off x="1049096" y="1736808"/>
              <a:ext cx="602525" cy="602525"/>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nvGrpSpPr>
            <p:cNvPr id="755" name="Google Shape;755;p18"/>
            <p:cNvGrpSpPr/>
            <p:nvPr/>
          </p:nvGrpSpPr>
          <p:grpSpPr>
            <a:xfrm>
              <a:off x="1165191" y="1977117"/>
              <a:ext cx="387710" cy="235300"/>
              <a:chOff x="1165191" y="1977117"/>
              <a:chExt cx="387710" cy="235300"/>
            </a:xfrm>
          </p:grpSpPr>
          <p:sp>
            <p:nvSpPr>
              <p:cNvPr id="756" name="Google Shape;756;p18"/>
              <p:cNvSpPr/>
              <p:nvPr/>
            </p:nvSpPr>
            <p:spPr>
              <a:xfrm rot="1227431">
                <a:off x="1415589" y="1988489"/>
                <a:ext cx="103428" cy="212556"/>
              </a:xfrm>
              <a:custGeom>
                <a:rect b="b" l="l" r="r" t="t"/>
                <a:pathLst>
                  <a:path extrusionOk="0" h="261" w="127">
                    <a:moveTo>
                      <a:pt x="0" y="0"/>
                    </a:moveTo>
                    <a:lnTo>
                      <a:pt x="127" y="129"/>
                    </a:lnTo>
                    <a:lnTo>
                      <a:pt x="0" y="261"/>
                    </a:lnTo>
                  </a:path>
                </a:pathLst>
              </a:custGeom>
              <a:noFill/>
              <a:ln cap="flat" cmpd="sng" w="19050">
                <a:solidFill>
                  <a:schemeClr val="accent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cxnSp>
            <p:nvCxnSpPr>
              <p:cNvPr id="757" name="Google Shape;757;p18"/>
              <p:cNvCxnSpPr/>
              <p:nvPr/>
            </p:nvCxnSpPr>
            <p:spPr>
              <a:xfrm rot="-9572569">
                <a:off x="1153378" y="2046230"/>
                <a:ext cx="374616" cy="0"/>
              </a:xfrm>
              <a:prstGeom prst="straightConnector1">
                <a:avLst/>
              </a:prstGeom>
              <a:noFill/>
              <a:ln cap="flat" cmpd="sng" w="19050">
                <a:solidFill>
                  <a:schemeClr val="accent3"/>
                </a:solidFill>
                <a:prstDash val="solid"/>
                <a:miter lim="800000"/>
                <a:headEnd len="sm" w="sm" type="none"/>
                <a:tailEnd len="sm" w="sm" type="none"/>
              </a:ln>
            </p:spPr>
          </p:cxnSp>
        </p:grpSp>
      </p:grpSp>
      <p:sp>
        <p:nvSpPr>
          <p:cNvPr id="758" name="Google Shape;758;p18"/>
          <p:cNvSpPr/>
          <p:nvPr>
            <p:ph idx="2" type="pic"/>
          </p:nvPr>
        </p:nvSpPr>
        <p:spPr>
          <a:xfrm>
            <a:off x="6400800" y="1619333"/>
            <a:ext cx="1189839" cy="1195684"/>
          </a:xfrm>
          <a:prstGeom prst="ellipse">
            <a:avLst/>
          </a:prstGeom>
          <a:solidFill>
            <a:schemeClr val="lt1"/>
          </a:solidFill>
          <a:ln>
            <a:noFill/>
          </a:ln>
        </p:spPr>
      </p:sp>
      <p:sp>
        <p:nvSpPr>
          <p:cNvPr id="759" name="Google Shape;759;p18"/>
          <p:cNvSpPr/>
          <p:nvPr>
            <p:ph idx="3" type="pic"/>
          </p:nvPr>
        </p:nvSpPr>
        <p:spPr>
          <a:xfrm>
            <a:off x="5931694" y="3783805"/>
            <a:ext cx="1028700" cy="1033753"/>
          </a:xfrm>
          <a:prstGeom prst="ellipse">
            <a:avLst/>
          </a:prstGeom>
          <a:solidFill>
            <a:schemeClr val="lt1"/>
          </a:solid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19"/>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765" name="Google Shape;765;p19"/>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766" name="Google Shape;766;p19"/>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767" name="Google Shape;767;p19"/>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768" name="Google Shape;768;p19"/>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769" name="Google Shape;769;p19"/>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770" name="Google Shape;770;p19"/>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771" name="Google Shape;771;p19"/>
          <p:cNvGrpSpPr/>
          <p:nvPr/>
        </p:nvGrpSpPr>
        <p:grpSpPr>
          <a:xfrm>
            <a:off x="6997702" y="669152"/>
            <a:ext cx="95248" cy="68286"/>
            <a:chOff x="3790" y="2022"/>
            <a:chExt cx="282" cy="150"/>
          </a:xfrm>
        </p:grpSpPr>
        <p:cxnSp>
          <p:nvCxnSpPr>
            <p:cNvPr id="772" name="Google Shape;772;p19"/>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773" name="Google Shape;773;p19"/>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774" name="Google Shape;774;p19"/>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775" name="Google Shape;775;p19"/>
          <p:cNvSpPr txBox="1"/>
          <p:nvPr/>
        </p:nvSpPr>
        <p:spPr>
          <a:xfrm>
            <a:off x="4342072" y="1910593"/>
            <a:ext cx="5064512" cy="144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Poppins Medium"/>
                <a:ea typeface="Poppins Medium"/>
                <a:cs typeface="Poppins Medium"/>
                <a:sym typeface="Poppins Medium"/>
              </a:rPr>
              <a:t>Targeting Key Industries.</a:t>
            </a:r>
            <a:endParaRPr b="0" i="0" sz="1400" u="none" cap="none" strike="noStrike">
              <a:solidFill>
                <a:srgbClr val="000000"/>
              </a:solidFill>
              <a:latin typeface="Arial"/>
              <a:ea typeface="Arial"/>
              <a:cs typeface="Arial"/>
              <a:sym typeface="Arial"/>
            </a:endParaRPr>
          </a:p>
        </p:txBody>
      </p:sp>
      <p:sp>
        <p:nvSpPr>
          <p:cNvPr id="776" name="Google Shape;776;p19"/>
          <p:cNvSpPr txBox="1"/>
          <p:nvPr/>
        </p:nvSpPr>
        <p:spPr>
          <a:xfrm>
            <a:off x="4337378" y="3403383"/>
            <a:ext cx="3743577" cy="38497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Powering Growth Through Partnerships.</a:t>
            </a:r>
            <a:endParaRPr b="0" i="0" sz="1400" u="none" cap="none" strike="noStrike">
              <a:solidFill>
                <a:schemeClr val="dk1"/>
              </a:solidFill>
              <a:latin typeface="Poppins"/>
              <a:ea typeface="Poppins"/>
              <a:cs typeface="Poppins"/>
              <a:sym typeface="Poppins"/>
            </a:endParaRPr>
          </a:p>
        </p:txBody>
      </p:sp>
      <p:grpSp>
        <p:nvGrpSpPr>
          <p:cNvPr id="777" name="Google Shape;777;p19"/>
          <p:cNvGrpSpPr/>
          <p:nvPr/>
        </p:nvGrpSpPr>
        <p:grpSpPr>
          <a:xfrm>
            <a:off x="10385094" y="1496638"/>
            <a:ext cx="731032" cy="731030"/>
            <a:chOff x="9486906" y="2509573"/>
            <a:chExt cx="574351" cy="574350"/>
          </a:xfrm>
        </p:grpSpPr>
        <p:sp>
          <p:nvSpPr>
            <p:cNvPr id="778" name="Google Shape;778;p19"/>
            <p:cNvSpPr/>
            <p:nvPr/>
          </p:nvSpPr>
          <p:spPr>
            <a:xfrm>
              <a:off x="9486906" y="2509573"/>
              <a:ext cx="574351" cy="57435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nvGrpSpPr>
            <p:cNvPr id="779" name="Google Shape;779;p19"/>
            <p:cNvGrpSpPr/>
            <p:nvPr/>
          </p:nvGrpSpPr>
          <p:grpSpPr>
            <a:xfrm>
              <a:off x="9616486" y="2622923"/>
              <a:ext cx="312350" cy="313775"/>
              <a:chOff x="9616486" y="2622923"/>
              <a:chExt cx="312350" cy="313775"/>
            </a:xfrm>
          </p:grpSpPr>
          <p:sp>
            <p:nvSpPr>
              <p:cNvPr id="780" name="Google Shape;780;p19"/>
              <p:cNvSpPr/>
              <p:nvPr/>
            </p:nvSpPr>
            <p:spPr>
              <a:xfrm>
                <a:off x="9616486" y="2622923"/>
                <a:ext cx="312350" cy="312350"/>
              </a:xfrm>
              <a:custGeom>
                <a:rect b="b" l="l" r="r" t="t"/>
                <a:pathLst>
                  <a:path extrusionOk="0" h="250507" w="250507">
                    <a:moveTo>
                      <a:pt x="250508" y="125254"/>
                    </a:moveTo>
                    <a:cubicBezTo>
                      <a:pt x="250508" y="194429"/>
                      <a:pt x="194430" y="250508"/>
                      <a:pt x="125254" y="250508"/>
                    </a:cubicBezTo>
                    <a:cubicBezTo>
                      <a:pt x="56078" y="250508"/>
                      <a:pt x="0" y="194430"/>
                      <a:pt x="0" y="125254"/>
                    </a:cubicBezTo>
                    <a:cubicBezTo>
                      <a:pt x="0" y="56078"/>
                      <a:pt x="56078" y="0"/>
                      <a:pt x="125254" y="0"/>
                    </a:cubicBezTo>
                    <a:cubicBezTo>
                      <a:pt x="194430" y="0"/>
                      <a:pt x="250508" y="56078"/>
                      <a:pt x="250508" y="125254"/>
                    </a:cubicBezTo>
                    <a:close/>
                  </a:path>
                </a:pathLst>
              </a:custGeom>
              <a:no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81" name="Google Shape;781;p19"/>
              <p:cNvSpPr/>
              <p:nvPr/>
            </p:nvSpPr>
            <p:spPr>
              <a:xfrm>
                <a:off x="9616486" y="2713422"/>
                <a:ext cx="312350" cy="221852"/>
              </a:xfrm>
              <a:custGeom>
                <a:rect b="b" l="l" r="r" t="t"/>
                <a:pathLst>
                  <a:path extrusionOk="0" h="177927" w="250507">
                    <a:moveTo>
                      <a:pt x="250508" y="88964"/>
                    </a:moveTo>
                    <a:cubicBezTo>
                      <a:pt x="250508" y="138097"/>
                      <a:pt x="194430" y="177927"/>
                      <a:pt x="125254" y="177927"/>
                    </a:cubicBezTo>
                    <a:cubicBezTo>
                      <a:pt x="56078" y="177927"/>
                      <a:pt x="0" y="138097"/>
                      <a:pt x="0" y="88964"/>
                    </a:cubicBezTo>
                    <a:cubicBezTo>
                      <a:pt x="0" y="39830"/>
                      <a:pt x="56078" y="0"/>
                      <a:pt x="125254" y="0"/>
                    </a:cubicBezTo>
                    <a:cubicBezTo>
                      <a:pt x="194430" y="0"/>
                      <a:pt x="250508" y="39830"/>
                      <a:pt x="250508" y="88964"/>
                    </a:cubicBezTo>
                    <a:close/>
                  </a:path>
                </a:pathLst>
              </a:custGeom>
              <a:no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82" name="Google Shape;782;p19"/>
              <p:cNvSpPr/>
              <p:nvPr/>
            </p:nvSpPr>
            <p:spPr>
              <a:xfrm>
                <a:off x="9616486" y="2785393"/>
                <a:ext cx="312350" cy="149880"/>
              </a:xfrm>
              <a:custGeom>
                <a:rect b="b" l="l" r="r" t="t"/>
                <a:pathLst>
                  <a:path extrusionOk="0" h="120205" w="250507">
                    <a:moveTo>
                      <a:pt x="250508" y="60103"/>
                    </a:moveTo>
                    <a:cubicBezTo>
                      <a:pt x="250508" y="93297"/>
                      <a:pt x="194430" y="120205"/>
                      <a:pt x="125254" y="120205"/>
                    </a:cubicBezTo>
                    <a:cubicBezTo>
                      <a:pt x="56078" y="120205"/>
                      <a:pt x="0" y="93297"/>
                      <a:pt x="0" y="60103"/>
                    </a:cubicBezTo>
                    <a:cubicBezTo>
                      <a:pt x="0" y="26909"/>
                      <a:pt x="56078" y="0"/>
                      <a:pt x="125254" y="0"/>
                    </a:cubicBezTo>
                    <a:cubicBezTo>
                      <a:pt x="194430" y="0"/>
                      <a:pt x="250508" y="26909"/>
                      <a:pt x="250508" y="60103"/>
                    </a:cubicBezTo>
                    <a:close/>
                  </a:path>
                </a:pathLst>
              </a:custGeom>
              <a:no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83" name="Google Shape;783;p19"/>
              <p:cNvSpPr/>
              <p:nvPr/>
            </p:nvSpPr>
            <p:spPr>
              <a:xfrm>
                <a:off x="9616486" y="2856176"/>
                <a:ext cx="312350" cy="79096"/>
              </a:xfrm>
              <a:custGeom>
                <a:rect b="b" l="l" r="r" t="t"/>
                <a:pathLst>
                  <a:path extrusionOk="0" h="63436" w="250507">
                    <a:moveTo>
                      <a:pt x="250508" y="31718"/>
                    </a:moveTo>
                    <a:cubicBezTo>
                      <a:pt x="250508" y="49236"/>
                      <a:pt x="194430" y="63437"/>
                      <a:pt x="125254" y="63437"/>
                    </a:cubicBezTo>
                    <a:cubicBezTo>
                      <a:pt x="56078" y="63437"/>
                      <a:pt x="0" y="49236"/>
                      <a:pt x="0" y="31718"/>
                    </a:cubicBezTo>
                    <a:cubicBezTo>
                      <a:pt x="0" y="14201"/>
                      <a:pt x="56078" y="0"/>
                      <a:pt x="125254" y="0"/>
                    </a:cubicBezTo>
                    <a:cubicBezTo>
                      <a:pt x="194430" y="0"/>
                      <a:pt x="250508" y="14201"/>
                      <a:pt x="250508" y="31718"/>
                    </a:cubicBezTo>
                    <a:close/>
                  </a:path>
                </a:pathLst>
              </a:custGeom>
              <a:no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84" name="Google Shape;784;p19"/>
              <p:cNvSpPr/>
              <p:nvPr/>
            </p:nvSpPr>
            <p:spPr>
              <a:xfrm>
                <a:off x="9616486" y="2902732"/>
                <a:ext cx="312350" cy="32541"/>
              </a:xfrm>
              <a:custGeom>
                <a:rect b="b" l="l" r="r" t="t"/>
                <a:pathLst>
                  <a:path extrusionOk="0" h="26098" w="250507">
                    <a:moveTo>
                      <a:pt x="250508" y="13049"/>
                    </a:moveTo>
                    <a:cubicBezTo>
                      <a:pt x="250508" y="20256"/>
                      <a:pt x="194430" y="26099"/>
                      <a:pt x="125254" y="26099"/>
                    </a:cubicBezTo>
                    <a:cubicBezTo>
                      <a:pt x="56078" y="26099"/>
                      <a:pt x="0" y="20256"/>
                      <a:pt x="0" y="13049"/>
                    </a:cubicBezTo>
                    <a:cubicBezTo>
                      <a:pt x="0" y="5842"/>
                      <a:pt x="56078" y="0"/>
                      <a:pt x="125254" y="0"/>
                    </a:cubicBezTo>
                    <a:cubicBezTo>
                      <a:pt x="194430" y="0"/>
                      <a:pt x="250508" y="5842"/>
                      <a:pt x="250508" y="13049"/>
                    </a:cubicBezTo>
                    <a:close/>
                  </a:path>
                </a:pathLst>
              </a:custGeom>
              <a:no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85" name="Google Shape;785;p19"/>
              <p:cNvSpPr/>
              <p:nvPr/>
            </p:nvSpPr>
            <p:spPr>
              <a:xfrm>
                <a:off x="9616486" y="2935274"/>
                <a:ext cx="312350" cy="1424"/>
              </a:xfrm>
              <a:custGeom>
                <a:rect b="b" l="l" r="r" t="t"/>
                <a:pathLst>
                  <a:path extrusionOk="0" h="1142" w="250507">
                    <a:moveTo>
                      <a:pt x="250508" y="572"/>
                    </a:moveTo>
                    <a:cubicBezTo>
                      <a:pt x="250508" y="887"/>
                      <a:pt x="194430" y="1143"/>
                      <a:pt x="125254" y="1143"/>
                    </a:cubicBezTo>
                    <a:cubicBezTo>
                      <a:pt x="56078" y="1143"/>
                      <a:pt x="0" y="887"/>
                      <a:pt x="0" y="572"/>
                    </a:cubicBezTo>
                    <a:cubicBezTo>
                      <a:pt x="0" y="256"/>
                      <a:pt x="56078" y="0"/>
                      <a:pt x="125254" y="0"/>
                    </a:cubicBezTo>
                    <a:cubicBezTo>
                      <a:pt x="194430" y="0"/>
                      <a:pt x="250508" y="256"/>
                      <a:pt x="250508" y="572"/>
                    </a:cubicBezTo>
                    <a:close/>
                  </a:path>
                </a:pathLst>
              </a:custGeom>
              <a:no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grpSp>
      <p:sp>
        <p:nvSpPr>
          <p:cNvPr id="786" name="Google Shape;786;p19"/>
          <p:cNvSpPr/>
          <p:nvPr/>
        </p:nvSpPr>
        <p:spPr>
          <a:xfrm>
            <a:off x="4822965" y="4929151"/>
            <a:ext cx="188224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Supply Chain</a:t>
            </a:r>
            <a:endParaRPr b="0" i="0" sz="1400" u="none" cap="none" strike="noStrike">
              <a:solidFill>
                <a:srgbClr val="000000"/>
              </a:solidFill>
              <a:latin typeface="Arial"/>
              <a:ea typeface="Arial"/>
              <a:cs typeface="Arial"/>
              <a:sym typeface="Arial"/>
            </a:endParaRPr>
          </a:p>
        </p:txBody>
      </p:sp>
      <p:sp>
        <p:nvSpPr>
          <p:cNvPr id="787" name="Google Shape;787;p19"/>
          <p:cNvSpPr/>
          <p:nvPr/>
        </p:nvSpPr>
        <p:spPr>
          <a:xfrm>
            <a:off x="4822966" y="5402335"/>
            <a:ext cx="3229139"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 Mountains, she had a last.</a:t>
            </a:r>
            <a:endParaRPr b="0" i="0" sz="1400" u="none" cap="none" strike="noStrike">
              <a:solidFill>
                <a:srgbClr val="000000"/>
              </a:solidFill>
              <a:latin typeface="Arial"/>
              <a:ea typeface="Arial"/>
              <a:cs typeface="Arial"/>
              <a:sym typeface="Arial"/>
            </a:endParaRPr>
          </a:p>
        </p:txBody>
      </p:sp>
      <p:sp>
        <p:nvSpPr>
          <p:cNvPr id="788" name="Google Shape;788;p19"/>
          <p:cNvSpPr/>
          <p:nvPr/>
        </p:nvSpPr>
        <p:spPr>
          <a:xfrm>
            <a:off x="8533805" y="4929151"/>
            <a:ext cx="159691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Healthcare</a:t>
            </a:r>
            <a:endParaRPr b="0" i="0" sz="1400" u="none" cap="none" strike="noStrike">
              <a:solidFill>
                <a:srgbClr val="000000"/>
              </a:solidFill>
              <a:latin typeface="Arial"/>
              <a:ea typeface="Arial"/>
              <a:cs typeface="Arial"/>
              <a:sym typeface="Arial"/>
            </a:endParaRPr>
          </a:p>
        </p:txBody>
      </p:sp>
      <p:sp>
        <p:nvSpPr>
          <p:cNvPr id="789" name="Google Shape;789;p19"/>
          <p:cNvSpPr/>
          <p:nvPr/>
        </p:nvSpPr>
        <p:spPr>
          <a:xfrm>
            <a:off x="8533805" y="5402335"/>
            <a:ext cx="2963463"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Even the all-powerful Pointing has no control about the blind texts.</a:t>
            </a:r>
            <a:endParaRPr b="0" i="0" sz="1400" u="none" cap="none" strike="noStrike">
              <a:solidFill>
                <a:srgbClr val="000000"/>
              </a:solidFill>
              <a:latin typeface="Arial"/>
              <a:ea typeface="Arial"/>
              <a:cs typeface="Arial"/>
              <a:sym typeface="Arial"/>
            </a:endParaRPr>
          </a:p>
        </p:txBody>
      </p:sp>
      <p:grpSp>
        <p:nvGrpSpPr>
          <p:cNvPr id="790" name="Google Shape;790;p19"/>
          <p:cNvGrpSpPr/>
          <p:nvPr/>
        </p:nvGrpSpPr>
        <p:grpSpPr>
          <a:xfrm>
            <a:off x="694732" y="3956927"/>
            <a:ext cx="10319196" cy="639308"/>
            <a:chOff x="694732" y="3956927"/>
            <a:chExt cx="10319196" cy="639308"/>
          </a:xfrm>
        </p:grpSpPr>
        <p:sp>
          <p:nvSpPr>
            <p:cNvPr id="791" name="Google Shape;791;p19"/>
            <p:cNvSpPr/>
            <p:nvPr/>
          </p:nvSpPr>
          <p:spPr>
            <a:xfrm>
              <a:off x="1154484" y="3956927"/>
              <a:ext cx="9859444" cy="596322"/>
            </a:xfrm>
            <a:custGeom>
              <a:rect b="b" l="l" r="r" t="t"/>
              <a:pathLst>
                <a:path extrusionOk="0" h="242887" w="4015835">
                  <a:moveTo>
                    <a:pt x="56684" y="841"/>
                  </a:moveTo>
                  <a:cubicBezTo>
                    <a:pt x="38300" y="44751"/>
                    <a:pt x="37634" y="88757"/>
                    <a:pt x="35633" y="132667"/>
                  </a:cubicBezTo>
                  <a:cubicBezTo>
                    <a:pt x="34966" y="154669"/>
                    <a:pt x="35633" y="176672"/>
                    <a:pt x="35633" y="198580"/>
                  </a:cubicBezTo>
                  <a:lnTo>
                    <a:pt x="35633" y="215058"/>
                  </a:lnTo>
                  <a:cubicBezTo>
                    <a:pt x="35062" y="219535"/>
                    <a:pt x="35062" y="224107"/>
                    <a:pt x="35633" y="228583"/>
                  </a:cubicBezTo>
                  <a:cubicBezTo>
                    <a:pt x="36300" y="229726"/>
                    <a:pt x="37252" y="230584"/>
                    <a:pt x="38395" y="231060"/>
                  </a:cubicBezTo>
                  <a:cubicBezTo>
                    <a:pt x="38967" y="231155"/>
                    <a:pt x="39633" y="231155"/>
                    <a:pt x="40206" y="231060"/>
                  </a:cubicBezTo>
                  <a:lnTo>
                    <a:pt x="60779" y="231060"/>
                  </a:lnTo>
                  <a:cubicBezTo>
                    <a:pt x="148694" y="231918"/>
                    <a:pt x="236611" y="231060"/>
                    <a:pt x="324527" y="231632"/>
                  </a:cubicBezTo>
                  <a:lnTo>
                    <a:pt x="852021" y="231632"/>
                  </a:lnTo>
                  <a:lnTo>
                    <a:pt x="1907010" y="231632"/>
                  </a:lnTo>
                  <a:lnTo>
                    <a:pt x="4016988" y="231632"/>
                  </a:lnTo>
                  <a:lnTo>
                    <a:pt x="4016988" y="241157"/>
                  </a:lnTo>
                  <a:lnTo>
                    <a:pt x="1907010" y="241157"/>
                  </a:lnTo>
                  <a:lnTo>
                    <a:pt x="852021" y="241157"/>
                  </a:lnTo>
                  <a:lnTo>
                    <a:pt x="324527" y="241157"/>
                  </a:lnTo>
                  <a:cubicBezTo>
                    <a:pt x="236611" y="241157"/>
                    <a:pt x="148694" y="241157"/>
                    <a:pt x="60779" y="241157"/>
                  </a:cubicBezTo>
                  <a:lnTo>
                    <a:pt x="40015" y="241157"/>
                  </a:lnTo>
                  <a:cubicBezTo>
                    <a:pt x="37918" y="241157"/>
                    <a:pt x="35823" y="240680"/>
                    <a:pt x="33823" y="239918"/>
                  </a:cubicBezTo>
                  <a:cubicBezTo>
                    <a:pt x="29727" y="238489"/>
                    <a:pt x="26298" y="235537"/>
                    <a:pt x="24298" y="231632"/>
                  </a:cubicBezTo>
                  <a:cubicBezTo>
                    <a:pt x="22679" y="228298"/>
                    <a:pt x="22012" y="224488"/>
                    <a:pt x="22298" y="220773"/>
                  </a:cubicBezTo>
                  <a:lnTo>
                    <a:pt x="22298" y="196008"/>
                  </a:lnTo>
                  <a:cubicBezTo>
                    <a:pt x="22298" y="174100"/>
                    <a:pt x="22298" y="152098"/>
                    <a:pt x="22298" y="130095"/>
                  </a:cubicBezTo>
                  <a:cubicBezTo>
                    <a:pt x="20393" y="86185"/>
                    <a:pt x="19631" y="42179"/>
                    <a:pt x="1152" y="-1731"/>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cxnSp>
          <p:nvCxnSpPr>
            <p:cNvPr id="792" name="Google Shape;792;p19"/>
            <p:cNvCxnSpPr/>
            <p:nvPr/>
          </p:nvCxnSpPr>
          <p:spPr>
            <a:xfrm>
              <a:off x="694732" y="3956927"/>
              <a:ext cx="1056310" cy="0"/>
            </a:xfrm>
            <a:prstGeom prst="straightConnector1">
              <a:avLst/>
            </a:prstGeom>
            <a:noFill/>
            <a:ln cap="flat" cmpd="sng" w="19050">
              <a:solidFill>
                <a:schemeClr val="accent3"/>
              </a:solidFill>
              <a:prstDash val="solid"/>
              <a:miter lim="800000"/>
              <a:headEnd len="sm" w="sm" type="none"/>
              <a:tailEnd len="sm" w="sm" type="none"/>
            </a:ln>
          </p:spPr>
        </p:cxnSp>
        <p:sp>
          <p:nvSpPr>
            <p:cNvPr id="793" name="Google Shape;793;p19"/>
            <p:cNvSpPr/>
            <p:nvPr/>
          </p:nvSpPr>
          <p:spPr>
            <a:xfrm>
              <a:off x="4926044" y="4479554"/>
              <a:ext cx="116681" cy="116681"/>
            </a:xfrm>
            <a:prstGeom prst="ellipse">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794" name="Google Shape;794;p19"/>
            <p:cNvSpPr/>
            <p:nvPr/>
          </p:nvSpPr>
          <p:spPr>
            <a:xfrm>
              <a:off x="8650590" y="4479554"/>
              <a:ext cx="116681" cy="116681"/>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795" name="Google Shape;795;p19"/>
            <p:cNvSpPr/>
            <p:nvPr/>
          </p:nvSpPr>
          <p:spPr>
            <a:xfrm>
              <a:off x="1494587" y="4479554"/>
              <a:ext cx="116681" cy="116681"/>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796" name="Google Shape;796;p19"/>
          <p:cNvSpPr/>
          <p:nvPr/>
        </p:nvSpPr>
        <p:spPr>
          <a:xfrm>
            <a:off x="1377802" y="4929151"/>
            <a:ext cx="246093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Financial Services</a:t>
            </a:r>
            <a:endParaRPr b="0" i="0" sz="1400" u="none" cap="none" strike="noStrike">
              <a:solidFill>
                <a:srgbClr val="000000"/>
              </a:solidFill>
              <a:latin typeface="Arial"/>
              <a:ea typeface="Arial"/>
              <a:cs typeface="Arial"/>
              <a:sym typeface="Arial"/>
            </a:endParaRPr>
          </a:p>
        </p:txBody>
      </p:sp>
      <p:sp>
        <p:nvSpPr>
          <p:cNvPr id="797" name="Google Shape;797;p19"/>
          <p:cNvSpPr/>
          <p:nvPr/>
        </p:nvSpPr>
        <p:spPr>
          <a:xfrm>
            <a:off x="1377802" y="5402335"/>
            <a:ext cx="2963463"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Even the all-powerful Pointing has no control about the blind texts.</a:t>
            </a:r>
            <a:endParaRPr b="0" i="0" sz="1400" u="none" cap="none" strike="noStrike">
              <a:solidFill>
                <a:srgbClr val="000000"/>
              </a:solidFill>
              <a:latin typeface="Arial"/>
              <a:ea typeface="Arial"/>
              <a:cs typeface="Arial"/>
              <a:sym typeface="Arial"/>
            </a:endParaRPr>
          </a:p>
        </p:txBody>
      </p:sp>
      <p:sp>
        <p:nvSpPr>
          <p:cNvPr id="798" name="Google Shape;798;p19"/>
          <p:cNvSpPr/>
          <p:nvPr>
            <p:ph idx="2" type="pic"/>
          </p:nvPr>
        </p:nvSpPr>
        <p:spPr>
          <a:xfrm>
            <a:off x="684838" y="1377485"/>
            <a:ext cx="3307299" cy="2358173"/>
          </a:xfrm>
          <a:prstGeom prst="roundRect">
            <a:avLst>
              <a:gd fmla="val 4111" name="adj"/>
            </a:avLst>
          </a:prstGeom>
          <a:solidFill>
            <a:schemeClr val="lt1"/>
          </a:solid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20"/>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804" name="Google Shape;804;p20"/>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805" name="Google Shape;805;p20"/>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806" name="Google Shape;806;p20"/>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807" name="Google Shape;807;p20"/>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808" name="Google Shape;808;p20"/>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809" name="Google Shape;809;p20"/>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810" name="Google Shape;810;p20"/>
          <p:cNvGrpSpPr/>
          <p:nvPr/>
        </p:nvGrpSpPr>
        <p:grpSpPr>
          <a:xfrm>
            <a:off x="6997702" y="669152"/>
            <a:ext cx="95248" cy="68286"/>
            <a:chOff x="3790" y="2022"/>
            <a:chExt cx="282" cy="150"/>
          </a:xfrm>
        </p:grpSpPr>
        <p:cxnSp>
          <p:nvCxnSpPr>
            <p:cNvPr id="811" name="Google Shape;811;p20"/>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812" name="Google Shape;812;p20"/>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813" name="Google Shape;813;p20"/>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814" name="Google Shape;814;p20"/>
          <p:cNvSpPr txBox="1"/>
          <p:nvPr/>
        </p:nvSpPr>
        <p:spPr>
          <a:xfrm>
            <a:off x="6595120" y="3913836"/>
            <a:ext cx="5003800" cy="144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Poppins Medium"/>
                <a:ea typeface="Poppins Medium"/>
                <a:cs typeface="Poppins Medium"/>
                <a:sym typeface="Poppins Medium"/>
              </a:rPr>
              <a:t>Competitive Edge.</a:t>
            </a:r>
            <a:endParaRPr b="0" i="0" sz="1400" u="none" cap="none" strike="noStrike">
              <a:solidFill>
                <a:srgbClr val="000000"/>
              </a:solidFill>
              <a:latin typeface="Arial"/>
              <a:ea typeface="Arial"/>
              <a:cs typeface="Arial"/>
              <a:sym typeface="Arial"/>
            </a:endParaRPr>
          </a:p>
        </p:txBody>
      </p:sp>
      <p:sp>
        <p:nvSpPr>
          <p:cNvPr id="815" name="Google Shape;815;p20"/>
          <p:cNvSpPr/>
          <p:nvPr/>
        </p:nvSpPr>
        <p:spPr>
          <a:xfrm>
            <a:off x="5018671" y="2047364"/>
            <a:ext cx="275908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User-Centric Design</a:t>
            </a:r>
            <a:endParaRPr b="0" i="0" sz="1400" u="none" cap="none" strike="noStrike">
              <a:solidFill>
                <a:srgbClr val="000000"/>
              </a:solidFill>
              <a:latin typeface="Arial"/>
              <a:ea typeface="Arial"/>
              <a:cs typeface="Arial"/>
              <a:sym typeface="Arial"/>
            </a:endParaRPr>
          </a:p>
        </p:txBody>
      </p:sp>
      <p:sp>
        <p:nvSpPr>
          <p:cNvPr id="816" name="Google Shape;816;p20"/>
          <p:cNvSpPr/>
          <p:nvPr/>
        </p:nvSpPr>
        <p:spPr>
          <a:xfrm>
            <a:off x="5018671" y="2520548"/>
            <a:ext cx="2862776"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Even the all-powerful Pointing has no control about the blind texts.</a:t>
            </a:r>
            <a:endParaRPr b="1" i="0" sz="1200" u="none" cap="none" strike="noStrike">
              <a:solidFill>
                <a:schemeClr val="dk1"/>
              </a:solidFill>
              <a:latin typeface="Poppins"/>
              <a:ea typeface="Poppins"/>
              <a:cs typeface="Poppins"/>
              <a:sym typeface="Poppins"/>
            </a:endParaRPr>
          </a:p>
        </p:txBody>
      </p:sp>
      <p:sp>
        <p:nvSpPr>
          <p:cNvPr id="817" name="Google Shape;817;p20"/>
          <p:cNvSpPr/>
          <p:nvPr/>
        </p:nvSpPr>
        <p:spPr>
          <a:xfrm>
            <a:off x="8556531" y="2047364"/>
            <a:ext cx="2691763"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Strong Partnerships</a:t>
            </a:r>
            <a:endParaRPr b="0" i="0" sz="1400" u="none" cap="none" strike="noStrike">
              <a:solidFill>
                <a:srgbClr val="000000"/>
              </a:solidFill>
              <a:latin typeface="Arial"/>
              <a:ea typeface="Arial"/>
              <a:cs typeface="Arial"/>
              <a:sym typeface="Arial"/>
            </a:endParaRPr>
          </a:p>
        </p:txBody>
      </p:sp>
      <p:sp>
        <p:nvSpPr>
          <p:cNvPr id="818" name="Google Shape;818;p20"/>
          <p:cNvSpPr/>
          <p:nvPr/>
        </p:nvSpPr>
        <p:spPr>
          <a:xfrm>
            <a:off x="8556531" y="2520548"/>
            <a:ext cx="2862775"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Even the all-powerful Pointing has no control about the blind texts.</a:t>
            </a:r>
            <a:endParaRPr b="1" i="0" sz="1200" u="none" cap="none" strike="noStrike">
              <a:solidFill>
                <a:schemeClr val="dk1"/>
              </a:solidFill>
              <a:latin typeface="Poppins"/>
              <a:ea typeface="Poppins"/>
              <a:cs typeface="Poppins"/>
              <a:sym typeface="Poppins"/>
            </a:endParaRPr>
          </a:p>
        </p:txBody>
      </p:sp>
      <p:grpSp>
        <p:nvGrpSpPr>
          <p:cNvPr id="819" name="Google Shape;819;p20"/>
          <p:cNvGrpSpPr/>
          <p:nvPr/>
        </p:nvGrpSpPr>
        <p:grpSpPr>
          <a:xfrm>
            <a:off x="4276325" y="1788226"/>
            <a:ext cx="5844528" cy="116681"/>
            <a:chOff x="3740657" y="4414503"/>
            <a:chExt cx="5844528" cy="116681"/>
          </a:xfrm>
        </p:grpSpPr>
        <p:cxnSp>
          <p:nvCxnSpPr>
            <p:cNvPr id="820" name="Google Shape;820;p20"/>
            <p:cNvCxnSpPr/>
            <p:nvPr/>
          </p:nvCxnSpPr>
          <p:spPr>
            <a:xfrm>
              <a:off x="3740657" y="4472843"/>
              <a:ext cx="5844528" cy="0"/>
            </a:xfrm>
            <a:prstGeom prst="straightConnector1">
              <a:avLst/>
            </a:prstGeom>
            <a:noFill/>
            <a:ln cap="flat" cmpd="sng" w="19050">
              <a:solidFill>
                <a:schemeClr val="accent3"/>
              </a:solidFill>
              <a:prstDash val="solid"/>
              <a:miter lim="800000"/>
              <a:headEnd len="sm" w="sm" type="none"/>
              <a:tailEnd len="sm" w="sm" type="none"/>
            </a:ln>
          </p:spPr>
        </p:cxnSp>
        <p:sp>
          <p:nvSpPr>
            <p:cNvPr id="821" name="Google Shape;821;p20"/>
            <p:cNvSpPr/>
            <p:nvPr/>
          </p:nvSpPr>
          <p:spPr>
            <a:xfrm>
              <a:off x="4597701" y="4414503"/>
              <a:ext cx="116681" cy="116681"/>
            </a:xfrm>
            <a:prstGeom prst="ellipse">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822" name="Google Shape;822;p20"/>
            <p:cNvSpPr/>
            <p:nvPr/>
          </p:nvSpPr>
          <p:spPr>
            <a:xfrm>
              <a:off x="8154383" y="4414503"/>
              <a:ext cx="116681" cy="116681"/>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grpSp>
        <p:nvGrpSpPr>
          <p:cNvPr id="823" name="Google Shape;823;p20"/>
          <p:cNvGrpSpPr/>
          <p:nvPr/>
        </p:nvGrpSpPr>
        <p:grpSpPr>
          <a:xfrm>
            <a:off x="772694" y="1479809"/>
            <a:ext cx="3773906" cy="1863118"/>
            <a:chOff x="751369" y="3051817"/>
            <a:chExt cx="2151052" cy="1088663"/>
          </a:xfrm>
        </p:grpSpPr>
        <p:sp>
          <p:nvSpPr>
            <p:cNvPr id="824" name="Google Shape;824;p20"/>
            <p:cNvSpPr/>
            <p:nvPr/>
          </p:nvSpPr>
          <p:spPr>
            <a:xfrm>
              <a:off x="803861" y="3139720"/>
              <a:ext cx="2098560" cy="1000760"/>
            </a:xfrm>
            <a:prstGeom prst="roundRect">
              <a:avLst>
                <a:gd fmla="val 651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825" name="Google Shape;825;p20"/>
            <p:cNvSpPr/>
            <p:nvPr/>
          </p:nvSpPr>
          <p:spPr>
            <a:xfrm>
              <a:off x="751369" y="3051817"/>
              <a:ext cx="2098559" cy="1035203"/>
            </a:xfrm>
            <a:prstGeom prst="roundRect">
              <a:avLst>
                <a:gd fmla="val 651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826" name="Google Shape;826;p20"/>
          <p:cNvSpPr/>
          <p:nvPr/>
        </p:nvSpPr>
        <p:spPr>
          <a:xfrm>
            <a:off x="952500" y="1789180"/>
            <a:ext cx="3113353"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Medium"/>
                <a:ea typeface="Poppins Medium"/>
                <a:cs typeface="Poppins Medium"/>
                <a:sym typeface="Poppins Medium"/>
              </a:rPr>
              <a:t>Innovative Technology</a:t>
            </a:r>
            <a:endParaRPr b="0" i="0" sz="1400" u="none" cap="none" strike="noStrike">
              <a:solidFill>
                <a:srgbClr val="000000"/>
              </a:solidFill>
              <a:latin typeface="Arial"/>
              <a:ea typeface="Arial"/>
              <a:cs typeface="Arial"/>
              <a:sym typeface="Arial"/>
            </a:endParaRPr>
          </a:p>
        </p:txBody>
      </p:sp>
      <p:sp>
        <p:nvSpPr>
          <p:cNvPr id="827" name="Google Shape;827;p20"/>
          <p:cNvSpPr/>
          <p:nvPr/>
        </p:nvSpPr>
        <p:spPr>
          <a:xfrm>
            <a:off x="952500" y="2262364"/>
            <a:ext cx="2862776"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 Mountains, she had.</a:t>
            </a:r>
            <a:endParaRPr b="0" i="0" sz="1400" u="none" cap="none" strike="noStrike">
              <a:solidFill>
                <a:srgbClr val="000000"/>
              </a:solidFill>
              <a:latin typeface="Arial"/>
              <a:ea typeface="Arial"/>
              <a:cs typeface="Arial"/>
              <a:sym typeface="Arial"/>
            </a:endParaRPr>
          </a:p>
        </p:txBody>
      </p:sp>
      <p:grpSp>
        <p:nvGrpSpPr>
          <p:cNvPr id="828" name="Google Shape;828;p20"/>
          <p:cNvGrpSpPr/>
          <p:nvPr/>
        </p:nvGrpSpPr>
        <p:grpSpPr>
          <a:xfrm>
            <a:off x="1739736" y="3913835"/>
            <a:ext cx="4553882" cy="1978961"/>
            <a:chOff x="751369" y="3051817"/>
            <a:chExt cx="2138986" cy="1062984"/>
          </a:xfrm>
        </p:grpSpPr>
        <p:sp>
          <p:nvSpPr>
            <p:cNvPr id="829" name="Google Shape;829;p20"/>
            <p:cNvSpPr/>
            <p:nvPr/>
          </p:nvSpPr>
          <p:spPr>
            <a:xfrm>
              <a:off x="791795" y="3114041"/>
              <a:ext cx="2098560" cy="1000760"/>
            </a:xfrm>
            <a:prstGeom prst="roundRect">
              <a:avLst>
                <a:gd fmla="val 651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830" name="Google Shape;830;p20"/>
            <p:cNvSpPr/>
            <p:nvPr/>
          </p:nvSpPr>
          <p:spPr>
            <a:xfrm>
              <a:off x="751369" y="3051817"/>
              <a:ext cx="2098560" cy="1000760"/>
            </a:xfrm>
            <a:prstGeom prst="roundRect">
              <a:avLst>
                <a:gd fmla="val 651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831" name="Google Shape;831;p20"/>
          <p:cNvSpPr txBox="1"/>
          <p:nvPr/>
        </p:nvSpPr>
        <p:spPr>
          <a:xfrm>
            <a:off x="6603530" y="5391976"/>
            <a:ext cx="3743577" cy="38497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Powering Growth Through Partnerships.</a:t>
            </a:r>
            <a:endParaRPr b="0" i="0" sz="1400" u="none" cap="none" strike="noStrike">
              <a:solidFill>
                <a:schemeClr val="dk1"/>
              </a:solidFill>
              <a:latin typeface="Poppins"/>
              <a:ea typeface="Poppins"/>
              <a:cs typeface="Poppins"/>
              <a:sym typeface="Poppins"/>
            </a:endParaRPr>
          </a:p>
        </p:txBody>
      </p:sp>
      <p:grpSp>
        <p:nvGrpSpPr>
          <p:cNvPr id="832" name="Google Shape;832;p20"/>
          <p:cNvGrpSpPr/>
          <p:nvPr/>
        </p:nvGrpSpPr>
        <p:grpSpPr>
          <a:xfrm>
            <a:off x="772694" y="5279183"/>
            <a:ext cx="613852" cy="613850"/>
            <a:chOff x="9486906" y="2509573"/>
            <a:chExt cx="574351" cy="574350"/>
          </a:xfrm>
        </p:grpSpPr>
        <p:sp>
          <p:nvSpPr>
            <p:cNvPr id="833" name="Google Shape;833;p20"/>
            <p:cNvSpPr/>
            <p:nvPr/>
          </p:nvSpPr>
          <p:spPr>
            <a:xfrm>
              <a:off x="9486906" y="2509573"/>
              <a:ext cx="574351" cy="57435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nvGrpSpPr>
            <p:cNvPr id="834" name="Google Shape;834;p20"/>
            <p:cNvGrpSpPr/>
            <p:nvPr/>
          </p:nvGrpSpPr>
          <p:grpSpPr>
            <a:xfrm>
              <a:off x="9616486" y="2622923"/>
              <a:ext cx="312350" cy="313775"/>
              <a:chOff x="9616486" y="2622923"/>
              <a:chExt cx="312350" cy="313775"/>
            </a:xfrm>
          </p:grpSpPr>
          <p:sp>
            <p:nvSpPr>
              <p:cNvPr id="835" name="Google Shape;835;p20"/>
              <p:cNvSpPr/>
              <p:nvPr/>
            </p:nvSpPr>
            <p:spPr>
              <a:xfrm>
                <a:off x="9616486" y="2622923"/>
                <a:ext cx="312350" cy="312350"/>
              </a:xfrm>
              <a:custGeom>
                <a:rect b="b" l="l" r="r" t="t"/>
                <a:pathLst>
                  <a:path extrusionOk="0" h="250507" w="250507">
                    <a:moveTo>
                      <a:pt x="250508" y="125254"/>
                    </a:moveTo>
                    <a:cubicBezTo>
                      <a:pt x="250508" y="194429"/>
                      <a:pt x="194430" y="250508"/>
                      <a:pt x="125254" y="250508"/>
                    </a:cubicBezTo>
                    <a:cubicBezTo>
                      <a:pt x="56078" y="250508"/>
                      <a:pt x="0" y="194430"/>
                      <a:pt x="0" y="125254"/>
                    </a:cubicBezTo>
                    <a:cubicBezTo>
                      <a:pt x="0" y="56078"/>
                      <a:pt x="56078" y="0"/>
                      <a:pt x="125254" y="0"/>
                    </a:cubicBezTo>
                    <a:cubicBezTo>
                      <a:pt x="194430" y="0"/>
                      <a:pt x="250508" y="56078"/>
                      <a:pt x="250508" y="125254"/>
                    </a:cubicBezTo>
                    <a:close/>
                  </a:path>
                </a:pathLst>
              </a:custGeom>
              <a:no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36" name="Google Shape;836;p20"/>
              <p:cNvSpPr/>
              <p:nvPr/>
            </p:nvSpPr>
            <p:spPr>
              <a:xfrm>
                <a:off x="9616486" y="2713422"/>
                <a:ext cx="312350" cy="221852"/>
              </a:xfrm>
              <a:custGeom>
                <a:rect b="b" l="l" r="r" t="t"/>
                <a:pathLst>
                  <a:path extrusionOk="0" h="177927" w="250507">
                    <a:moveTo>
                      <a:pt x="250508" y="88964"/>
                    </a:moveTo>
                    <a:cubicBezTo>
                      <a:pt x="250508" y="138097"/>
                      <a:pt x="194430" y="177927"/>
                      <a:pt x="125254" y="177927"/>
                    </a:cubicBezTo>
                    <a:cubicBezTo>
                      <a:pt x="56078" y="177927"/>
                      <a:pt x="0" y="138097"/>
                      <a:pt x="0" y="88964"/>
                    </a:cubicBezTo>
                    <a:cubicBezTo>
                      <a:pt x="0" y="39830"/>
                      <a:pt x="56078" y="0"/>
                      <a:pt x="125254" y="0"/>
                    </a:cubicBezTo>
                    <a:cubicBezTo>
                      <a:pt x="194430" y="0"/>
                      <a:pt x="250508" y="39830"/>
                      <a:pt x="250508" y="88964"/>
                    </a:cubicBezTo>
                    <a:close/>
                  </a:path>
                </a:pathLst>
              </a:custGeom>
              <a:no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37" name="Google Shape;837;p20"/>
              <p:cNvSpPr/>
              <p:nvPr/>
            </p:nvSpPr>
            <p:spPr>
              <a:xfrm>
                <a:off x="9616486" y="2785393"/>
                <a:ext cx="312350" cy="149880"/>
              </a:xfrm>
              <a:custGeom>
                <a:rect b="b" l="l" r="r" t="t"/>
                <a:pathLst>
                  <a:path extrusionOk="0" h="120205" w="250507">
                    <a:moveTo>
                      <a:pt x="250508" y="60103"/>
                    </a:moveTo>
                    <a:cubicBezTo>
                      <a:pt x="250508" y="93297"/>
                      <a:pt x="194430" y="120205"/>
                      <a:pt x="125254" y="120205"/>
                    </a:cubicBezTo>
                    <a:cubicBezTo>
                      <a:pt x="56078" y="120205"/>
                      <a:pt x="0" y="93297"/>
                      <a:pt x="0" y="60103"/>
                    </a:cubicBezTo>
                    <a:cubicBezTo>
                      <a:pt x="0" y="26909"/>
                      <a:pt x="56078" y="0"/>
                      <a:pt x="125254" y="0"/>
                    </a:cubicBezTo>
                    <a:cubicBezTo>
                      <a:pt x="194430" y="0"/>
                      <a:pt x="250508" y="26909"/>
                      <a:pt x="250508" y="60103"/>
                    </a:cubicBezTo>
                    <a:close/>
                  </a:path>
                </a:pathLst>
              </a:custGeom>
              <a:no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38" name="Google Shape;838;p20"/>
              <p:cNvSpPr/>
              <p:nvPr/>
            </p:nvSpPr>
            <p:spPr>
              <a:xfrm>
                <a:off x="9616486" y="2856176"/>
                <a:ext cx="312350" cy="79096"/>
              </a:xfrm>
              <a:custGeom>
                <a:rect b="b" l="l" r="r" t="t"/>
                <a:pathLst>
                  <a:path extrusionOk="0" h="63436" w="250507">
                    <a:moveTo>
                      <a:pt x="250508" y="31718"/>
                    </a:moveTo>
                    <a:cubicBezTo>
                      <a:pt x="250508" y="49236"/>
                      <a:pt x="194430" y="63437"/>
                      <a:pt x="125254" y="63437"/>
                    </a:cubicBezTo>
                    <a:cubicBezTo>
                      <a:pt x="56078" y="63437"/>
                      <a:pt x="0" y="49236"/>
                      <a:pt x="0" y="31718"/>
                    </a:cubicBezTo>
                    <a:cubicBezTo>
                      <a:pt x="0" y="14201"/>
                      <a:pt x="56078" y="0"/>
                      <a:pt x="125254" y="0"/>
                    </a:cubicBezTo>
                    <a:cubicBezTo>
                      <a:pt x="194430" y="0"/>
                      <a:pt x="250508" y="14201"/>
                      <a:pt x="250508" y="31718"/>
                    </a:cubicBezTo>
                    <a:close/>
                  </a:path>
                </a:pathLst>
              </a:custGeom>
              <a:no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39" name="Google Shape;839;p20"/>
              <p:cNvSpPr/>
              <p:nvPr/>
            </p:nvSpPr>
            <p:spPr>
              <a:xfrm>
                <a:off x="9616486" y="2902732"/>
                <a:ext cx="312350" cy="32541"/>
              </a:xfrm>
              <a:custGeom>
                <a:rect b="b" l="l" r="r" t="t"/>
                <a:pathLst>
                  <a:path extrusionOk="0" h="26098" w="250507">
                    <a:moveTo>
                      <a:pt x="250508" y="13049"/>
                    </a:moveTo>
                    <a:cubicBezTo>
                      <a:pt x="250508" y="20256"/>
                      <a:pt x="194430" y="26099"/>
                      <a:pt x="125254" y="26099"/>
                    </a:cubicBezTo>
                    <a:cubicBezTo>
                      <a:pt x="56078" y="26099"/>
                      <a:pt x="0" y="20256"/>
                      <a:pt x="0" y="13049"/>
                    </a:cubicBezTo>
                    <a:cubicBezTo>
                      <a:pt x="0" y="5842"/>
                      <a:pt x="56078" y="0"/>
                      <a:pt x="125254" y="0"/>
                    </a:cubicBezTo>
                    <a:cubicBezTo>
                      <a:pt x="194430" y="0"/>
                      <a:pt x="250508" y="5842"/>
                      <a:pt x="250508" y="13049"/>
                    </a:cubicBezTo>
                    <a:close/>
                  </a:path>
                </a:pathLst>
              </a:custGeom>
              <a:no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40" name="Google Shape;840;p20"/>
              <p:cNvSpPr/>
              <p:nvPr/>
            </p:nvSpPr>
            <p:spPr>
              <a:xfrm>
                <a:off x="9616486" y="2935274"/>
                <a:ext cx="312350" cy="1424"/>
              </a:xfrm>
              <a:custGeom>
                <a:rect b="b" l="l" r="r" t="t"/>
                <a:pathLst>
                  <a:path extrusionOk="0" h="1142" w="250507">
                    <a:moveTo>
                      <a:pt x="250508" y="572"/>
                    </a:moveTo>
                    <a:cubicBezTo>
                      <a:pt x="250508" y="887"/>
                      <a:pt x="194430" y="1143"/>
                      <a:pt x="125254" y="1143"/>
                    </a:cubicBezTo>
                    <a:cubicBezTo>
                      <a:pt x="56078" y="1143"/>
                      <a:pt x="0" y="887"/>
                      <a:pt x="0" y="572"/>
                    </a:cubicBezTo>
                    <a:cubicBezTo>
                      <a:pt x="0" y="256"/>
                      <a:pt x="56078" y="0"/>
                      <a:pt x="125254" y="0"/>
                    </a:cubicBezTo>
                    <a:cubicBezTo>
                      <a:pt x="194430" y="0"/>
                      <a:pt x="250508" y="256"/>
                      <a:pt x="250508" y="572"/>
                    </a:cubicBezTo>
                    <a:close/>
                  </a:path>
                </a:pathLst>
              </a:custGeom>
              <a:no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grpSp>
      <p:grpSp>
        <p:nvGrpSpPr>
          <p:cNvPr id="841" name="Google Shape;841;p20"/>
          <p:cNvGrpSpPr/>
          <p:nvPr/>
        </p:nvGrpSpPr>
        <p:grpSpPr>
          <a:xfrm>
            <a:off x="786139" y="4441095"/>
            <a:ext cx="613849" cy="613849"/>
            <a:chOff x="969134" y="4249768"/>
            <a:chExt cx="446149" cy="446149"/>
          </a:xfrm>
        </p:grpSpPr>
        <p:sp>
          <p:nvSpPr>
            <p:cNvPr id="842" name="Google Shape;842;p20"/>
            <p:cNvSpPr/>
            <p:nvPr/>
          </p:nvSpPr>
          <p:spPr>
            <a:xfrm>
              <a:off x="969134" y="4249768"/>
              <a:ext cx="446149" cy="446149"/>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843" name="Google Shape;843;p20"/>
            <p:cNvSpPr/>
            <p:nvPr/>
          </p:nvSpPr>
          <p:spPr>
            <a:xfrm>
              <a:off x="1101086" y="4346251"/>
              <a:ext cx="182243" cy="253182"/>
            </a:xfrm>
            <a:custGeom>
              <a:rect b="b" l="l" r="r" t="t"/>
              <a:pathLst>
                <a:path extrusionOk="0" h="560125" w="403184">
                  <a:moveTo>
                    <a:pt x="6479" y="294415"/>
                  </a:moveTo>
                  <a:lnTo>
                    <a:pt x="255368" y="6950"/>
                  </a:lnTo>
                  <a:cubicBezTo>
                    <a:pt x="263759" y="-2480"/>
                    <a:pt x="278209" y="-3318"/>
                    <a:pt x="287638" y="5083"/>
                  </a:cubicBezTo>
                  <a:cubicBezTo>
                    <a:pt x="293125" y="9960"/>
                    <a:pt x="295925" y="17170"/>
                    <a:pt x="295182" y="24476"/>
                  </a:cubicBezTo>
                  <a:lnTo>
                    <a:pt x="269179" y="182687"/>
                  </a:lnTo>
                  <a:cubicBezTo>
                    <a:pt x="268208" y="192592"/>
                    <a:pt x="273751" y="201993"/>
                    <a:pt x="282895" y="205928"/>
                  </a:cubicBezTo>
                  <a:lnTo>
                    <a:pt x="389956" y="252028"/>
                  </a:lnTo>
                  <a:cubicBezTo>
                    <a:pt x="401576" y="256972"/>
                    <a:pt x="406977" y="270402"/>
                    <a:pt x="402034" y="282013"/>
                  </a:cubicBezTo>
                  <a:cubicBezTo>
                    <a:pt x="401005" y="284442"/>
                    <a:pt x="399557" y="286671"/>
                    <a:pt x="397767" y="288604"/>
                  </a:cubicBezTo>
                  <a:lnTo>
                    <a:pt x="155260" y="552066"/>
                  </a:lnTo>
                  <a:cubicBezTo>
                    <a:pt x="146640" y="561362"/>
                    <a:pt x="132114" y="561915"/>
                    <a:pt x="122818" y="553304"/>
                  </a:cubicBezTo>
                  <a:cubicBezTo>
                    <a:pt x="117417" y="548294"/>
                    <a:pt x="114741" y="540998"/>
                    <a:pt x="115636" y="533683"/>
                  </a:cubicBezTo>
                  <a:lnTo>
                    <a:pt x="132876" y="396713"/>
                  </a:lnTo>
                  <a:cubicBezTo>
                    <a:pt x="134124" y="386379"/>
                    <a:pt x="128323" y="376472"/>
                    <a:pt x="118684" y="372520"/>
                  </a:cubicBezTo>
                  <a:lnTo>
                    <a:pt x="15433" y="330991"/>
                  </a:lnTo>
                  <a:cubicBezTo>
                    <a:pt x="3631" y="326504"/>
                    <a:pt x="-2303" y="313302"/>
                    <a:pt x="2174" y="301501"/>
                  </a:cubicBezTo>
                  <a:cubicBezTo>
                    <a:pt x="3164" y="298901"/>
                    <a:pt x="4622" y="296500"/>
                    <a:pt x="6479" y="29441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
        <p:nvSpPr>
          <p:cNvPr id="844" name="Google Shape;844;p20"/>
          <p:cNvSpPr txBox="1"/>
          <p:nvPr/>
        </p:nvSpPr>
        <p:spPr>
          <a:xfrm>
            <a:off x="2243043" y="4684524"/>
            <a:ext cx="609462"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Poppins Medium"/>
                <a:ea typeface="Poppins Medium"/>
                <a:cs typeface="Poppins Medium"/>
                <a:sym typeface="Poppins Medium"/>
              </a:rPr>
              <a:t>90%</a:t>
            </a:r>
            <a:endParaRPr b="0" i="0" sz="1400" u="none" cap="none" strike="noStrike">
              <a:solidFill>
                <a:srgbClr val="000000"/>
              </a:solidFill>
              <a:latin typeface="Arial"/>
              <a:ea typeface="Arial"/>
              <a:cs typeface="Arial"/>
              <a:sym typeface="Arial"/>
            </a:endParaRPr>
          </a:p>
        </p:txBody>
      </p:sp>
      <p:sp>
        <p:nvSpPr>
          <p:cNvPr id="845" name="Google Shape;845;p20"/>
          <p:cNvSpPr txBox="1"/>
          <p:nvPr/>
        </p:nvSpPr>
        <p:spPr>
          <a:xfrm>
            <a:off x="3248484" y="4359276"/>
            <a:ext cx="205376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Poppins"/>
                <a:ea typeface="Poppins"/>
                <a:cs typeface="Poppins"/>
                <a:sym typeface="Poppins"/>
              </a:rPr>
              <a:t>Proven Uptime</a:t>
            </a:r>
            <a:endParaRPr b="0" i="0" sz="2000" u="none" cap="none" strike="noStrike">
              <a:solidFill>
                <a:schemeClr val="lt1"/>
              </a:solidFill>
              <a:latin typeface="Poppins"/>
              <a:ea typeface="Poppins"/>
              <a:cs typeface="Poppins"/>
              <a:sym typeface="Poppins"/>
            </a:endParaRPr>
          </a:p>
        </p:txBody>
      </p:sp>
      <p:sp>
        <p:nvSpPr>
          <p:cNvPr id="846" name="Google Shape;846;p20"/>
          <p:cNvSpPr/>
          <p:nvPr/>
        </p:nvSpPr>
        <p:spPr>
          <a:xfrm>
            <a:off x="3248484" y="4744859"/>
            <a:ext cx="2862776"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lt1"/>
                </a:solidFill>
                <a:latin typeface="Poppins"/>
                <a:ea typeface="Poppins"/>
                <a:cs typeface="Poppins"/>
                <a:sym typeface="Poppins"/>
              </a:rPr>
              <a:t>When she reached the first hills of the Italic Mountains, she had.</a:t>
            </a:r>
            <a:endParaRPr b="0" i="0" sz="1400" u="none" cap="none" strike="noStrike">
              <a:solidFill>
                <a:srgbClr val="000000"/>
              </a:solidFill>
              <a:latin typeface="Arial"/>
              <a:ea typeface="Arial"/>
              <a:cs typeface="Arial"/>
              <a:sym typeface="Arial"/>
            </a:endParaRPr>
          </a:p>
        </p:txBody>
      </p:sp>
      <p:sp>
        <p:nvSpPr>
          <p:cNvPr id="847" name="Google Shape;847;p20"/>
          <p:cNvSpPr/>
          <p:nvPr/>
        </p:nvSpPr>
        <p:spPr>
          <a:xfrm>
            <a:off x="2060425" y="4366450"/>
            <a:ext cx="974700" cy="974700"/>
          </a:xfrm>
          <a:prstGeom prst="blockArc">
            <a:avLst>
              <a:gd fmla="val 11652830" name="adj1"/>
              <a:gd fmla="val 16243750" name="adj2"/>
              <a:gd fmla="val 11504" name="adj3"/>
            </a:avLst>
          </a:prstGeom>
          <a:solidFill>
            <a:schemeClr val="l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8" name="Google Shape;848;p20"/>
          <p:cNvSpPr/>
          <p:nvPr/>
        </p:nvSpPr>
        <p:spPr>
          <a:xfrm>
            <a:off x="2060425" y="4366438"/>
            <a:ext cx="974700" cy="974700"/>
          </a:xfrm>
          <a:prstGeom prst="blockArc">
            <a:avLst>
              <a:gd fmla="val 16266959" name="adj1"/>
              <a:gd fmla="val 11635345" name="adj2"/>
              <a:gd fmla="val 11485" name="adj3"/>
            </a:avLst>
          </a:prstGeom>
          <a:solidFill>
            <a:schemeClr val="accen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21"/>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854" name="Google Shape;854;p21"/>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855" name="Google Shape;855;p21"/>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856" name="Google Shape;856;p21"/>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857" name="Google Shape;857;p21"/>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858" name="Google Shape;858;p21"/>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859" name="Google Shape;859;p21"/>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860" name="Google Shape;860;p21"/>
          <p:cNvGrpSpPr/>
          <p:nvPr/>
        </p:nvGrpSpPr>
        <p:grpSpPr>
          <a:xfrm>
            <a:off x="6997702" y="669152"/>
            <a:ext cx="95248" cy="68286"/>
            <a:chOff x="3790" y="2022"/>
            <a:chExt cx="282" cy="150"/>
          </a:xfrm>
        </p:grpSpPr>
        <p:cxnSp>
          <p:nvCxnSpPr>
            <p:cNvPr id="861" name="Google Shape;861;p21"/>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862" name="Google Shape;862;p21"/>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863" name="Google Shape;863;p21"/>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864" name="Google Shape;864;p21"/>
          <p:cNvSpPr txBox="1"/>
          <p:nvPr/>
        </p:nvSpPr>
        <p:spPr>
          <a:xfrm>
            <a:off x="833300" y="1302885"/>
            <a:ext cx="5064512" cy="144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Poppins Medium"/>
                <a:ea typeface="Poppins Medium"/>
                <a:cs typeface="Poppins Medium"/>
                <a:sym typeface="Poppins Medium"/>
              </a:rPr>
              <a:t>Founders and Key Personnel.</a:t>
            </a:r>
            <a:endParaRPr b="0" i="0" sz="1400" u="none" cap="none" strike="noStrike">
              <a:solidFill>
                <a:srgbClr val="000000"/>
              </a:solidFill>
              <a:latin typeface="Arial"/>
              <a:ea typeface="Arial"/>
              <a:cs typeface="Arial"/>
              <a:sym typeface="Arial"/>
            </a:endParaRPr>
          </a:p>
        </p:txBody>
      </p:sp>
      <p:grpSp>
        <p:nvGrpSpPr>
          <p:cNvPr id="865" name="Google Shape;865;p21"/>
          <p:cNvGrpSpPr/>
          <p:nvPr/>
        </p:nvGrpSpPr>
        <p:grpSpPr>
          <a:xfrm>
            <a:off x="6056750" y="1637181"/>
            <a:ext cx="5207228" cy="2023445"/>
            <a:chOff x="751369" y="3051817"/>
            <a:chExt cx="2135360" cy="1092193"/>
          </a:xfrm>
        </p:grpSpPr>
        <p:sp>
          <p:nvSpPr>
            <p:cNvPr id="866" name="Google Shape;866;p21"/>
            <p:cNvSpPr/>
            <p:nvPr/>
          </p:nvSpPr>
          <p:spPr>
            <a:xfrm>
              <a:off x="788169" y="3143250"/>
              <a:ext cx="2098560" cy="1000760"/>
            </a:xfrm>
            <a:prstGeom prst="roundRect">
              <a:avLst>
                <a:gd fmla="val 651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867" name="Google Shape;867;p21"/>
            <p:cNvSpPr/>
            <p:nvPr/>
          </p:nvSpPr>
          <p:spPr>
            <a:xfrm>
              <a:off x="751369" y="3051817"/>
              <a:ext cx="2098560" cy="1044152"/>
            </a:xfrm>
            <a:prstGeom prst="roundRect">
              <a:avLst>
                <a:gd fmla="val 651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868" name="Google Shape;868;p21"/>
          <p:cNvSpPr txBox="1"/>
          <p:nvPr/>
        </p:nvSpPr>
        <p:spPr>
          <a:xfrm>
            <a:off x="7916445" y="1942399"/>
            <a:ext cx="211150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Poppins Medium"/>
                <a:ea typeface="Poppins Medium"/>
                <a:cs typeface="Poppins Medium"/>
                <a:sym typeface="Poppins Medium"/>
              </a:rPr>
              <a:t>Jesse McGraw</a:t>
            </a:r>
            <a:endParaRPr b="1" i="0" sz="2000" u="none" cap="none" strike="noStrike">
              <a:solidFill>
                <a:schemeClr val="lt1"/>
              </a:solidFill>
              <a:latin typeface="Poppins Medium"/>
              <a:ea typeface="Poppins Medium"/>
              <a:cs typeface="Poppins Medium"/>
              <a:sym typeface="Poppins Medium"/>
            </a:endParaRPr>
          </a:p>
        </p:txBody>
      </p:sp>
      <p:sp>
        <p:nvSpPr>
          <p:cNvPr id="869" name="Google Shape;869;p21"/>
          <p:cNvSpPr txBox="1"/>
          <p:nvPr/>
        </p:nvSpPr>
        <p:spPr>
          <a:xfrm>
            <a:off x="7916447" y="2633089"/>
            <a:ext cx="2907512"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lt1"/>
                </a:solidFill>
                <a:latin typeface="Poppins"/>
                <a:ea typeface="Poppins"/>
                <a:cs typeface="Poppins"/>
                <a:sym typeface="Poppins"/>
              </a:rPr>
              <a:t>When she reached the first hills of the Italic Mountains, she had.</a:t>
            </a:r>
            <a:endParaRPr b="0" i="0" sz="1400" u="none" cap="none" strike="noStrike">
              <a:solidFill>
                <a:srgbClr val="000000"/>
              </a:solidFill>
              <a:latin typeface="Arial"/>
              <a:ea typeface="Arial"/>
              <a:cs typeface="Arial"/>
              <a:sym typeface="Arial"/>
            </a:endParaRPr>
          </a:p>
        </p:txBody>
      </p:sp>
      <p:sp>
        <p:nvSpPr>
          <p:cNvPr id="870" name="Google Shape;870;p21"/>
          <p:cNvSpPr txBox="1"/>
          <p:nvPr/>
        </p:nvSpPr>
        <p:spPr>
          <a:xfrm>
            <a:off x="7916445" y="2284085"/>
            <a:ext cx="1401427"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Poppins"/>
                <a:ea typeface="Poppins"/>
                <a:cs typeface="Poppins"/>
                <a:sym typeface="Poppins"/>
              </a:rPr>
              <a:t>As Head CEO</a:t>
            </a:r>
            <a:endParaRPr b="1" i="0" sz="1200" u="none" cap="none" strike="noStrike">
              <a:solidFill>
                <a:schemeClr val="lt1"/>
              </a:solidFill>
              <a:latin typeface="Poppins"/>
              <a:ea typeface="Poppins"/>
              <a:cs typeface="Poppins"/>
              <a:sym typeface="Poppins"/>
            </a:endParaRPr>
          </a:p>
        </p:txBody>
      </p:sp>
      <p:sp>
        <p:nvSpPr>
          <p:cNvPr id="871" name="Google Shape;871;p21"/>
          <p:cNvSpPr txBox="1"/>
          <p:nvPr/>
        </p:nvSpPr>
        <p:spPr>
          <a:xfrm>
            <a:off x="4998660" y="5757372"/>
            <a:ext cx="211150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Poppins Medium"/>
                <a:ea typeface="Poppins Medium"/>
                <a:cs typeface="Poppins Medium"/>
                <a:sym typeface="Poppins Medium"/>
              </a:rPr>
              <a:t>Cass Monroe</a:t>
            </a:r>
            <a:endParaRPr b="1" i="0" sz="1600" u="none" cap="none" strike="noStrike">
              <a:solidFill>
                <a:schemeClr val="dk1"/>
              </a:solidFill>
              <a:latin typeface="Poppins Medium"/>
              <a:ea typeface="Poppins Medium"/>
              <a:cs typeface="Poppins Medium"/>
              <a:sym typeface="Poppins Medium"/>
            </a:endParaRPr>
          </a:p>
        </p:txBody>
      </p:sp>
      <p:sp>
        <p:nvSpPr>
          <p:cNvPr id="872" name="Google Shape;872;p21"/>
          <p:cNvSpPr txBox="1"/>
          <p:nvPr/>
        </p:nvSpPr>
        <p:spPr>
          <a:xfrm>
            <a:off x="4998660" y="6063580"/>
            <a:ext cx="1653668"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As Head Wrangler</a:t>
            </a:r>
            <a:endParaRPr b="1" i="0" sz="1200" u="none" cap="none" strike="noStrike">
              <a:solidFill>
                <a:schemeClr val="dk1"/>
              </a:solidFill>
              <a:latin typeface="Poppins"/>
              <a:ea typeface="Poppins"/>
              <a:cs typeface="Poppins"/>
              <a:sym typeface="Poppins"/>
            </a:endParaRPr>
          </a:p>
        </p:txBody>
      </p:sp>
      <p:sp>
        <p:nvSpPr>
          <p:cNvPr id="873" name="Google Shape;873;p21"/>
          <p:cNvSpPr txBox="1"/>
          <p:nvPr/>
        </p:nvSpPr>
        <p:spPr>
          <a:xfrm>
            <a:off x="7228500" y="5757372"/>
            <a:ext cx="188555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Poppins Medium"/>
                <a:ea typeface="Poppins Medium"/>
                <a:cs typeface="Poppins Medium"/>
                <a:sym typeface="Poppins Medium"/>
              </a:rPr>
              <a:t>Sadie Thomson</a:t>
            </a:r>
            <a:endParaRPr b="1" i="0" sz="1600" u="none" cap="none" strike="noStrike">
              <a:solidFill>
                <a:schemeClr val="dk1"/>
              </a:solidFill>
              <a:latin typeface="Poppins Medium"/>
              <a:ea typeface="Poppins Medium"/>
              <a:cs typeface="Poppins Medium"/>
              <a:sym typeface="Poppins Medium"/>
            </a:endParaRPr>
          </a:p>
        </p:txBody>
      </p:sp>
      <p:sp>
        <p:nvSpPr>
          <p:cNvPr id="874" name="Google Shape;874;p21"/>
          <p:cNvSpPr txBox="1"/>
          <p:nvPr/>
        </p:nvSpPr>
        <p:spPr>
          <a:xfrm>
            <a:off x="7228500" y="6063580"/>
            <a:ext cx="1653668"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As Field Supervisor</a:t>
            </a:r>
            <a:endParaRPr b="1" i="0" sz="1200" u="none" cap="none" strike="noStrike">
              <a:solidFill>
                <a:schemeClr val="dk1"/>
              </a:solidFill>
              <a:latin typeface="Poppins"/>
              <a:ea typeface="Poppins"/>
              <a:cs typeface="Poppins"/>
              <a:sym typeface="Poppins"/>
            </a:endParaRPr>
          </a:p>
        </p:txBody>
      </p:sp>
      <p:sp>
        <p:nvSpPr>
          <p:cNvPr id="875" name="Google Shape;875;p21"/>
          <p:cNvSpPr txBox="1"/>
          <p:nvPr/>
        </p:nvSpPr>
        <p:spPr>
          <a:xfrm>
            <a:off x="9473150" y="5757372"/>
            <a:ext cx="188555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Poppins Medium"/>
                <a:ea typeface="Poppins Medium"/>
                <a:cs typeface="Poppins Medium"/>
                <a:sym typeface="Poppins Medium"/>
              </a:rPr>
              <a:t>Olivia Hall</a:t>
            </a:r>
            <a:endParaRPr b="1" i="0" sz="1600" u="none" cap="none" strike="noStrike">
              <a:solidFill>
                <a:schemeClr val="dk1"/>
              </a:solidFill>
              <a:latin typeface="Poppins Medium"/>
              <a:ea typeface="Poppins Medium"/>
              <a:cs typeface="Poppins Medium"/>
              <a:sym typeface="Poppins Medium"/>
            </a:endParaRPr>
          </a:p>
        </p:txBody>
      </p:sp>
      <p:sp>
        <p:nvSpPr>
          <p:cNvPr id="876" name="Google Shape;876;p21"/>
          <p:cNvSpPr txBox="1"/>
          <p:nvPr/>
        </p:nvSpPr>
        <p:spPr>
          <a:xfrm>
            <a:off x="9473150" y="6063580"/>
            <a:ext cx="1653668"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As Field Supervisor</a:t>
            </a:r>
            <a:endParaRPr b="1" i="0" sz="1200" u="none" cap="none" strike="noStrike">
              <a:solidFill>
                <a:schemeClr val="dk1"/>
              </a:solidFill>
              <a:latin typeface="Poppins"/>
              <a:ea typeface="Poppins"/>
              <a:cs typeface="Poppins"/>
              <a:sym typeface="Poppins"/>
            </a:endParaRPr>
          </a:p>
        </p:txBody>
      </p:sp>
      <p:sp>
        <p:nvSpPr>
          <p:cNvPr id="877" name="Google Shape;877;p21"/>
          <p:cNvSpPr txBox="1"/>
          <p:nvPr/>
        </p:nvSpPr>
        <p:spPr>
          <a:xfrm>
            <a:off x="833300" y="5058342"/>
            <a:ext cx="132921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Best CEO</a:t>
            </a:r>
            <a:endParaRPr b="0" i="0" sz="2000" u="none" cap="none" strike="noStrike">
              <a:solidFill>
                <a:schemeClr val="dk1"/>
              </a:solidFill>
              <a:latin typeface="Poppins"/>
              <a:ea typeface="Poppins"/>
              <a:cs typeface="Poppins"/>
              <a:sym typeface="Poppins"/>
            </a:endParaRPr>
          </a:p>
        </p:txBody>
      </p:sp>
      <p:sp>
        <p:nvSpPr>
          <p:cNvPr id="878" name="Google Shape;878;p21"/>
          <p:cNvSpPr txBox="1"/>
          <p:nvPr/>
        </p:nvSpPr>
        <p:spPr>
          <a:xfrm>
            <a:off x="1173939" y="5455383"/>
            <a:ext cx="647933" cy="24622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Poppins"/>
                <a:ea typeface="Poppins"/>
                <a:cs typeface="Poppins"/>
                <a:sym typeface="Poppins"/>
              </a:rPr>
              <a:t>Of year</a:t>
            </a:r>
            <a:endParaRPr b="1" i="0" sz="1000" u="none" cap="none" strike="noStrike">
              <a:solidFill>
                <a:schemeClr val="dk1"/>
              </a:solidFill>
              <a:latin typeface="Poppins"/>
              <a:ea typeface="Poppins"/>
              <a:cs typeface="Poppins"/>
              <a:sym typeface="Poppins"/>
            </a:endParaRPr>
          </a:p>
        </p:txBody>
      </p:sp>
      <p:sp>
        <p:nvSpPr>
          <p:cNvPr id="879" name="Google Shape;879;p21"/>
          <p:cNvSpPr txBox="1"/>
          <p:nvPr/>
        </p:nvSpPr>
        <p:spPr>
          <a:xfrm>
            <a:off x="2866755" y="5058342"/>
            <a:ext cx="138211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10+ Years</a:t>
            </a:r>
            <a:endParaRPr b="0" i="0" sz="2000" u="none" cap="none" strike="noStrike">
              <a:solidFill>
                <a:schemeClr val="dk1"/>
              </a:solidFill>
              <a:latin typeface="Poppins"/>
              <a:ea typeface="Poppins"/>
              <a:cs typeface="Poppins"/>
              <a:sym typeface="Poppins"/>
            </a:endParaRPr>
          </a:p>
        </p:txBody>
      </p:sp>
      <p:sp>
        <p:nvSpPr>
          <p:cNvPr id="880" name="Google Shape;880;p21"/>
          <p:cNvSpPr txBox="1"/>
          <p:nvPr/>
        </p:nvSpPr>
        <p:spPr>
          <a:xfrm>
            <a:off x="3118424" y="5455383"/>
            <a:ext cx="878766" cy="24622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Poppins"/>
                <a:ea typeface="Poppins"/>
                <a:cs typeface="Poppins"/>
                <a:sym typeface="Poppins"/>
              </a:rPr>
              <a:t>Experience</a:t>
            </a:r>
            <a:endParaRPr b="1" i="0" sz="1000" u="none" cap="none" strike="noStrike">
              <a:solidFill>
                <a:schemeClr val="dk1"/>
              </a:solidFill>
              <a:latin typeface="Poppins"/>
              <a:ea typeface="Poppins"/>
              <a:cs typeface="Poppins"/>
              <a:sym typeface="Poppins"/>
            </a:endParaRPr>
          </a:p>
        </p:txBody>
      </p:sp>
      <p:sp>
        <p:nvSpPr>
          <p:cNvPr id="881" name="Google Shape;881;p21"/>
          <p:cNvSpPr/>
          <p:nvPr/>
        </p:nvSpPr>
        <p:spPr>
          <a:xfrm>
            <a:off x="1125863" y="3288919"/>
            <a:ext cx="5216523" cy="2629822"/>
          </a:xfrm>
          <a:custGeom>
            <a:rect b="b" l="l" r="r" t="t"/>
            <a:pathLst>
              <a:path extrusionOk="0" h="1057275" w="2097214">
                <a:moveTo>
                  <a:pt x="2098364" y="-1705"/>
                </a:moveTo>
                <a:lnTo>
                  <a:pt x="1443139" y="-1705"/>
                </a:lnTo>
                <a:cubicBezTo>
                  <a:pt x="1422089" y="-1705"/>
                  <a:pt x="1405039" y="15346"/>
                  <a:pt x="1405039" y="36395"/>
                </a:cubicBezTo>
                <a:lnTo>
                  <a:pt x="1405039" y="1017471"/>
                </a:lnTo>
                <a:cubicBezTo>
                  <a:pt x="1405039" y="1038520"/>
                  <a:pt x="1387989" y="1055571"/>
                  <a:pt x="1366939" y="1055571"/>
                </a:cubicBezTo>
                <a:lnTo>
                  <a:pt x="1150" y="1055571"/>
                </a:lnTo>
              </a:path>
            </a:pathLst>
          </a:custGeom>
          <a:noFill/>
          <a:ln cap="flat" cmpd="sng" w="19050">
            <a:solidFill>
              <a:srgbClr val="12113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82" name="Google Shape;882;p21"/>
          <p:cNvSpPr/>
          <p:nvPr/>
        </p:nvSpPr>
        <p:spPr>
          <a:xfrm>
            <a:off x="4514541" y="3932595"/>
            <a:ext cx="207552" cy="20755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883" name="Google Shape;883;p21"/>
          <p:cNvSpPr/>
          <p:nvPr/>
        </p:nvSpPr>
        <p:spPr>
          <a:xfrm flipH="1" rot="676457">
            <a:off x="887812" y="2968451"/>
            <a:ext cx="493843" cy="574236"/>
          </a:xfrm>
          <a:custGeom>
            <a:rect b="b" l="l" r="r" t="t"/>
            <a:pathLst>
              <a:path extrusionOk="0" h="272" w="234">
                <a:moveTo>
                  <a:pt x="228" y="249"/>
                </a:moveTo>
                <a:cubicBezTo>
                  <a:pt x="188" y="231"/>
                  <a:pt x="150" y="207"/>
                  <a:pt x="118" y="177"/>
                </a:cubicBezTo>
                <a:cubicBezTo>
                  <a:pt x="123" y="168"/>
                  <a:pt x="129" y="159"/>
                  <a:pt x="135" y="150"/>
                </a:cubicBezTo>
                <a:cubicBezTo>
                  <a:pt x="138" y="153"/>
                  <a:pt x="142" y="157"/>
                  <a:pt x="145" y="161"/>
                </a:cubicBezTo>
                <a:cubicBezTo>
                  <a:pt x="157" y="172"/>
                  <a:pt x="170" y="183"/>
                  <a:pt x="183" y="194"/>
                </a:cubicBezTo>
                <a:cubicBezTo>
                  <a:pt x="188" y="197"/>
                  <a:pt x="193" y="198"/>
                  <a:pt x="197" y="194"/>
                </a:cubicBezTo>
                <a:cubicBezTo>
                  <a:pt x="201" y="190"/>
                  <a:pt x="202" y="183"/>
                  <a:pt x="197" y="180"/>
                </a:cubicBezTo>
                <a:cubicBezTo>
                  <a:pt x="179" y="165"/>
                  <a:pt x="162" y="149"/>
                  <a:pt x="146" y="132"/>
                </a:cubicBezTo>
                <a:cubicBezTo>
                  <a:pt x="157" y="115"/>
                  <a:pt x="168" y="98"/>
                  <a:pt x="179" y="81"/>
                </a:cubicBezTo>
                <a:cubicBezTo>
                  <a:pt x="186" y="70"/>
                  <a:pt x="168" y="60"/>
                  <a:pt x="161" y="71"/>
                </a:cubicBezTo>
                <a:cubicBezTo>
                  <a:pt x="152" y="86"/>
                  <a:pt x="142" y="101"/>
                  <a:pt x="132" y="117"/>
                </a:cubicBezTo>
                <a:cubicBezTo>
                  <a:pt x="126" y="110"/>
                  <a:pt x="121" y="103"/>
                  <a:pt x="116" y="96"/>
                </a:cubicBezTo>
                <a:cubicBezTo>
                  <a:pt x="128" y="80"/>
                  <a:pt x="140" y="64"/>
                  <a:pt x="153" y="49"/>
                </a:cubicBezTo>
                <a:cubicBezTo>
                  <a:pt x="157" y="44"/>
                  <a:pt x="158" y="38"/>
                  <a:pt x="153" y="34"/>
                </a:cubicBezTo>
                <a:cubicBezTo>
                  <a:pt x="150" y="31"/>
                  <a:pt x="143" y="30"/>
                  <a:pt x="139" y="34"/>
                </a:cubicBezTo>
                <a:cubicBezTo>
                  <a:pt x="127" y="49"/>
                  <a:pt x="115" y="64"/>
                  <a:pt x="103" y="79"/>
                </a:cubicBezTo>
                <a:cubicBezTo>
                  <a:pt x="97" y="70"/>
                  <a:pt x="91" y="60"/>
                  <a:pt x="85" y="50"/>
                </a:cubicBezTo>
                <a:cubicBezTo>
                  <a:pt x="77" y="36"/>
                  <a:pt x="69" y="21"/>
                  <a:pt x="62" y="6"/>
                </a:cubicBezTo>
                <a:cubicBezTo>
                  <a:pt x="60" y="1"/>
                  <a:pt x="53" y="0"/>
                  <a:pt x="49" y="2"/>
                </a:cubicBezTo>
                <a:cubicBezTo>
                  <a:pt x="44" y="5"/>
                  <a:pt x="43" y="11"/>
                  <a:pt x="45" y="16"/>
                </a:cubicBezTo>
                <a:cubicBezTo>
                  <a:pt x="58" y="44"/>
                  <a:pt x="73" y="71"/>
                  <a:pt x="91" y="96"/>
                </a:cubicBezTo>
                <a:cubicBezTo>
                  <a:pt x="84" y="106"/>
                  <a:pt x="77" y="116"/>
                  <a:pt x="71" y="126"/>
                </a:cubicBezTo>
                <a:cubicBezTo>
                  <a:pt x="64" y="117"/>
                  <a:pt x="58" y="108"/>
                  <a:pt x="52" y="99"/>
                </a:cubicBezTo>
                <a:cubicBezTo>
                  <a:pt x="40" y="80"/>
                  <a:pt x="30" y="61"/>
                  <a:pt x="21" y="40"/>
                </a:cubicBezTo>
                <a:cubicBezTo>
                  <a:pt x="19" y="35"/>
                  <a:pt x="15" y="32"/>
                  <a:pt x="9" y="33"/>
                </a:cubicBezTo>
                <a:cubicBezTo>
                  <a:pt x="4" y="34"/>
                  <a:pt x="0" y="40"/>
                  <a:pt x="2" y="45"/>
                </a:cubicBezTo>
                <a:cubicBezTo>
                  <a:pt x="16" y="81"/>
                  <a:pt x="36" y="113"/>
                  <a:pt x="59" y="143"/>
                </a:cubicBezTo>
                <a:cubicBezTo>
                  <a:pt x="44" y="168"/>
                  <a:pt x="29" y="193"/>
                  <a:pt x="16" y="219"/>
                </a:cubicBezTo>
                <a:cubicBezTo>
                  <a:pt x="10" y="230"/>
                  <a:pt x="28" y="241"/>
                  <a:pt x="34" y="229"/>
                </a:cubicBezTo>
                <a:cubicBezTo>
                  <a:pt x="46" y="205"/>
                  <a:pt x="59" y="182"/>
                  <a:pt x="73" y="159"/>
                </a:cubicBezTo>
                <a:cubicBezTo>
                  <a:pt x="79" y="166"/>
                  <a:pt x="85" y="173"/>
                  <a:pt x="92" y="180"/>
                </a:cubicBezTo>
                <a:cubicBezTo>
                  <a:pt x="77" y="204"/>
                  <a:pt x="62" y="228"/>
                  <a:pt x="47" y="252"/>
                </a:cubicBezTo>
                <a:cubicBezTo>
                  <a:pt x="40" y="262"/>
                  <a:pt x="57" y="272"/>
                  <a:pt x="64" y="262"/>
                </a:cubicBezTo>
                <a:cubicBezTo>
                  <a:pt x="78" y="239"/>
                  <a:pt x="92" y="217"/>
                  <a:pt x="107" y="194"/>
                </a:cubicBezTo>
                <a:cubicBezTo>
                  <a:pt x="123" y="209"/>
                  <a:pt x="140" y="222"/>
                  <a:pt x="158" y="234"/>
                </a:cubicBezTo>
                <a:cubicBezTo>
                  <a:pt x="177" y="246"/>
                  <a:pt x="197" y="257"/>
                  <a:pt x="218" y="266"/>
                </a:cubicBezTo>
                <a:cubicBezTo>
                  <a:pt x="223" y="268"/>
                  <a:pt x="229" y="268"/>
                  <a:pt x="232" y="263"/>
                </a:cubicBezTo>
                <a:cubicBezTo>
                  <a:pt x="234" y="258"/>
                  <a:pt x="233" y="251"/>
                  <a:pt x="228" y="249"/>
                </a:cubicBezTo>
                <a:close/>
                <a:moveTo>
                  <a:pt x="84" y="142"/>
                </a:moveTo>
                <a:cubicBezTo>
                  <a:pt x="90" y="132"/>
                  <a:pt x="97" y="123"/>
                  <a:pt x="103" y="113"/>
                </a:cubicBezTo>
                <a:cubicBezTo>
                  <a:pt x="109" y="120"/>
                  <a:pt x="115" y="128"/>
                  <a:pt x="121" y="135"/>
                </a:cubicBezTo>
                <a:cubicBezTo>
                  <a:pt x="115" y="144"/>
                  <a:pt x="109" y="153"/>
                  <a:pt x="103" y="163"/>
                </a:cubicBezTo>
                <a:cubicBezTo>
                  <a:pt x="96" y="156"/>
                  <a:pt x="90" y="149"/>
                  <a:pt x="84" y="142"/>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84" name="Google Shape;884;p21"/>
          <p:cNvSpPr/>
          <p:nvPr>
            <p:ph idx="3" type="pic"/>
          </p:nvPr>
        </p:nvSpPr>
        <p:spPr>
          <a:xfrm>
            <a:off x="5033815" y="4003288"/>
            <a:ext cx="1790732" cy="1583473"/>
          </a:xfrm>
          <a:prstGeom prst="roundRect">
            <a:avLst>
              <a:gd fmla="val 4111" name="adj"/>
            </a:avLst>
          </a:prstGeom>
          <a:solidFill>
            <a:schemeClr val="lt1"/>
          </a:solidFill>
          <a:ln>
            <a:noFill/>
          </a:ln>
        </p:spPr>
      </p:sp>
      <p:sp>
        <p:nvSpPr>
          <p:cNvPr id="885" name="Google Shape;885;p21"/>
          <p:cNvSpPr/>
          <p:nvPr>
            <p:ph idx="2" type="pic"/>
          </p:nvPr>
        </p:nvSpPr>
        <p:spPr>
          <a:xfrm>
            <a:off x="6060785" y="1428306"/>
            <a:ext cx="1308390" cy="1314817"/>
          </a:xfrm>
          <a:prstGeom prst="ellipse">
            <a:avLst/>
          </a:prstGeom>
          <a:solidFill>
            <a:schemeClr val="lt1"/>
          </a:solidFill>
          <a:ln>
            <a:noFill/>
          </a:ln>
        </p:spPr>
      </p:sp>
      <p:sp>
        <p:nvSpPr>
          <p:cNvPr id="886" name="Google Shape;886;p21"/>
          <p:cNvSpPr/>
          <p:nvPr>
            <p:ph idx="4" type="pic"/>
          </p:nvPr>
        </p:nvSpPr>
        <p:spPr>
          <a:xfrm>
            <a:off x="7286361" y="4003288"/>
            <a:ext cx="1790732" cy="1583473"/>
          </a:xfrm>
          <a:prstGeom prst="roundRect">
            <a:avLst>
              <a:gd fmla="val 4111" name="adj"/>
            </a:avLst>
          </a:prstGeom>
          <a:solidFill>
            <a:schemeClr val="lt1"/>
          </a:solidFill>
          <a:ln>
            <a:noFill/>
          </a:ln>
        </p:spPr>
      </p:sp>
      <p:sp>
        <p:nvSpPr>
          <p:cNvPr id="887" name="Google Shape;887;p21"/>
          <p:cNvSpPr/>
          <p:nvPr>
            <p:ph idx="5" type="pic"/>
          </p:nvPr>
        </p:nvSpPr>
        <p:spPr>
          <a:xfrm>
            <a:off x="9538907" y="4003288"/>
            <a:ext cx="1790732" cy="1583473"/>
          </a:xfrm>
          <a:prstGeom prst="roundRect">
            <a:avLst>
              <a:gd fmla="val 4111" name="adj"/>
            </a:avLst>
          </a:prstGeom>
          <a:solidFill>
            <a:schemeClr val="lt1"/>
          </a:solidFill>
          <a:ln>
            <a:noFill/>
          </a:ln>
        </p:spPr>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22"/>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893" name="Google Shape;893;p22"/>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894" name="Google Shape;894;p22"/>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895" name="Google Shape;895;p22"/>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896" name="Google Shape;896;p22"/>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897" name="Google Shape;897;p22"/>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898" name="Google Shape;898;p22"/>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899" name="Google Shape;899;p22"/>
          <p:cNvGrpSpPr/>
          <p:nvPr/>
        </p:nvGrpSpPr>
        <p:grpSpPr>
          <a:xfrm>
            <a:off x="6997702" y="669152"/>
            <a:ext cx="95248" cy="68286"/>
            <a:chOff x="3790" y="2022"/>
            <a:chExt cx="282" cy="150"/>
          </a:xfrm>
        </p:grpSpPr>
        <p:cxnSp>
          <p:nvCxnSpPr>
            <p:cNvPr id="900" name="Google Shape;900;p22"/>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901" name="Google Shape;901;p22"/>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902" name="Google Shape;902;p22"/>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903" name="Google Shape;903;p22"/>
          <p:cNvSpPr txBox="1"/>
          <p:nvPr/>
        </p:nvSpPr>
        <p:spPr>
          <a:xfrm>
            <a:off x="5765917" y="2264739"/>
            <a:ext cx="3606799"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chemeClr val="dk1"/>
                </a:solidFill>
                <a:latin typeface="Poppins Medium"/>
                <a:ea typeface="Poppins Medium"/>
                <a:cs typeface="Poppins Medium"/>
                <a:sym typeface="Poppins Medium"/>
              </a:rPr>
              <a:t>Let’s Take A Break.</a:t>
            </a:r>
            <a:endParaRPr b="0" i="0" sz="1400" u="none" cap="none" strike="noStrike">
              <a:solidFill>
                <a:srgbClr val="000000"/>
              </a:solidFill>
              <a:latin typeface="Arial"/>
              <a:ea typeface="Arial"/>
              <a:cs typeface="Arial"/>
              <a:sym typeface="Arial"/>
            </a:endParaRPr>
          </a:p>
        </p:txBody>
      </p:sp>
      <p:grpSp>
        <p:nvGrpSpPr>
          <p:cNvPr id="904" name="Google Shape;904;p22"/>
          <p:cNvGrpSpPr/>
          <p:nvPr/>
        </p:nvGrpSpPr>
        <p:grpSpPr>
          <a:xfrm>
            <a:off x="6471415" y="4328279"/>
            <a:ext cx="3168341" cy="1204265"/>
            <a:chOff x="751369" y="3051817"/>
            <a:chExt cx="2146750" cy="1106161"/>
          </a:xfrm>
        </p:grpSpPr>
        <p:sp>
          <p:nvSpPr>
            <p:cNvPr id="905" name="Google Shape;905;p22"/>
            <p:cNvSpPr/>
            <p:nvPr/>
          </p:nvSpPr>
          <p:spPr>
            <a:xfrm>
              <a:off x="799559" y="3157218"/>
              <a:ext cx="2098560" cy="1000760"/>
            </a:xfrm>
            <a:prstGeom prst="roundRect">
              <a:avLst>
                <a:gd fmla="val 651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906" name="Google Shape;906;p22"/>
            <p:cNvSpPr/>
            <p:nvPr/>
          </p:nvSpPr>
          <p:spPr>
            <a:xfrm>
              <a:off x="751369" y="3051817"/>
              <a:ext cx="2098559" cy="1035203"/>
            </a:xfrm>
            <a:prstGeom prst="roundRect">
              <a:avLst>
                <a:gd fmla="val 651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907" name="Google Shape;907;p22"/>
          <p:cNvSpPr/>
          <p:nvPr/>
        </p:nvSpPr>
        <p:spPr>
          <a:xfrm>
            <a:off x="6667331" y="4537714"/>
            <a:ext cx="2705384" cy="70814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lt1"/>
                </a:solidFill>
                <a:latin typeface="Poppins"/>
                <a:ea typeface="Poppins"/>
                <a:cs typeface="Poppins"/>
                <a:sym typeface="Poppins"/>
              </a:rPr>
              <a:t>Pause for a Moment, Recharge for What’s Next.</a:t>
            </a:r>
            <a:endParaRPr b="0" i="0" sz="1400" u="none" cap="none" strike="noStrike">
              <a:solidFill>
                <a:srgbClr val="000000"/>
              </a:solidFill>
              <a:latin typeface="Arial"/>
              <a:ea typeface="Arial"/>
              <a:cs typeface="Arial"/>
              <a:sym typeface="Arial"/>
            </a:endParaRPr>
          </a:p>
        </p:txBody>
      </p:sp>
      <p:sp>
        <p:nvSpPr>
          <p:cNvPr id="908" name="Google Shape;908;p22"/>
          <p:cNvSpPr/>
          <p:nvPr/>
        </p:nvSpPr>
        <p:spPr>
          <a:xfrm flipH="1" rot="676457">
            <a:off x="9263792" y="2343427"/>
            <a:ext cx="656704" cy="763608"/>
          </a:xfrm>
          <a:custGeom>
            <a:rect b="b" l="l" r="r" t="t"/>
            <a:pathLst>
              <a:path extrusionOk="0" h="272" w="234">
                <a:moveTo>
                  <a:pt x="228" y="249"/>
                </a:moveTo>
                <a:cubicBezTo>
                  <a:pt x="188" y="231"/>
                  <a:pt x="150" y="207"/>
                  <a:pt x="118" y="177"/>
                </a:cubicBezTo>
                <a:cubicBezTo>
                  <a:pt x="123" y="168"/>
                  <a:pt x="129" y="159"/>
                  <a:pt x="135" y="150"/>
                </a:cubicBezTo>
                <a:cubicBezTo>
                  <a:pt x="138" y="153"/>
                  <a:pt x="142" y="157"/>
                  <a:pt x="145" y="161"/>
                </a:cubicBezTo>
                <a:cubicBezTo>
                  <a:pt x="157" y="172"/>
                  <a:pt x="170" y="183"/>
                  <a:pt x="183" y="194"/>
                </a:cubicBezTo>
                <a:cubicBezTo>
                  <a:pt x="188" y="197"/>
                  <a:pt x="193" y="198"/>
                  <a:pt x="197" y="194"/>
                </a:cubicBezTo>
                <a:cubicBezTo>
                  <a:pt x="201" y="190"/>
                  <a:pt x="202" y="183"/>
                  <a:pt x="197" y="180"/>
                </a:cubicBezTo>
                <a:cubicBezTo>
                  <a:pt x="179" y="165"/>
                  <a:pt x="162" y="149"/>
                  <a:pt x="146" y="132"/>
                </a:cubicBezTo>
                <a:cubicBezTo>
                  <a:pt x="157" y="115"/>
                  <a:pt x="168" y="98"/>
                  <a:pt x="179" y="81"/>
                </a:cubicBezTo>
                <a:cubicBezTo>
                  <a:pt x="186" y="70"/>
                  <a:pt x="168" y="60"/>
                  <a:pt x="161" y="71"/>
                </a:cubicBezTo>
                <a:cubicBezTo>
                  <a:pt x="152" y="86"/>
                  <a:pt x="142" y="101"/>
                  <a:pt x="132" y="117"/>
                </a:cubicBezTo>
                <a:cubicBezTo>
                  <a:pt x="126" y="110"/>
                  <a:pt x="121" y="103"/>
                  <a:pt x="116" y="96"/>
                </a:cubicBezTo>
                <a:cubicBezTo>
                  <a:pt x="128" y="80"/>
                  <a:pt x="140" y="64"/>
                  <a:pt x="153" y="49"/>
                </a:cubicBezTo>
                <a:cubicBezTo>
                  <a:pt x="157" y="44"/>
                  <a:pt x="158" y="38"/>
                  <a:pt x="153" y="34"/>
                </a:cubicBezTo>
                <a:cubicBezTo>
                  <a:pt x="150" y="31"/>
                  <a:pt x="143" y="30"/>
                  <a:pt x="139" y="34"/>
                </a:cubicBezTo>
                <a:cubicBezTo>
                  <a:pt x="127" y="49"/>
                  <a:pt x="115" y="64"/>
                  <a:pt x="103" y="79"/>
                </a:cubicBezTo>
                <a:cubicBezTo>
                  <a:pt x="97" y="70"/>
                  <a:pt x="91" y="60"/>
                  <a:pt x="85" y="50"/>
                </a:cubicBezTo>
                <a:cubicBezTo>
                  <a:pt x="77" y="36"/>
                  <a:pt x="69" y="21"/>
                  <a:pt x="62" y="6"/>
                </a:cubicBezTo>
                <a:cubicBezTo>
                  <a:pt x="60" y="1"/>
                  <a:pt x="53" y="0"/>
                  <a:pt x="49" y="2"/>
                </a:cubicBezTo>
                <a:cubicBezTo>
                  <a:pt x="44" y="5"/>
                  <a:pt x="43" y="11"/>
                  <a:pt x="45" y="16"/>
                </a:cubicBezTo>
                <a:cubicBezTo>
                  <a:pt x="58" y="44"/>
                  <a:pt x="73" y="71"/>
                  <a:pt x="91" y="96"/>
                </a:cubicBezTo>
                <a:cubicBezTo>
                  <a:pt x="84" y="106"/>
                  <a:pt x="77" y="116"/>
                  <a:pt x="71" y="126"/>
                </a:cubicBezTo>
                <a:cubicBezTo>
                  <a:pt x="64" y="117"/>
                  <a:pt x="58" y="108"/>
                  <a:pt x="52" y="99"/>
                </a:cubicBezTo>
                <a:cubicBezTo>
                  <a:pt x="40" y="80"/>
                  <a:pt x="30" y="61"/>
                  <a:pt x="21" y="40"/>
                </a:cubicBezTo>
                <a:cubicBezTo>
                  <a:pt x="19" y="35"/>
                  <a:pt x="15" y="32"/>
                  <a:pt x="9" y="33"/>
                </a:cubicBezTo>
                <a:cubicBezTo>
                  <a:pt x="4" y="34"/>
                  <a:pt x="0" y="40"/>
                  <a:pt x="2" y="45"/>
                </a:cubicBezTo>
                <a:cubicBezTo>
                  <a:pt x="16" y="81"/>
                  <a:pt x="36" y="113"/>
                  <a:pt x="59" y="143"/>
                </a:cubicBezTo>
                <a:cubicBezTo>
                  <a:pt x="44" y="168"/>
                  <a:pt x="29" y="193"/>
                  <a:pt x="16" y="219"/>
                </a:cubicBezTo>
                <a:cubicBezTo>
                  <a:pt x="10" y="230"/>
                  <a:pt x="28" y="241"/>
                  <a:pt x="34" y="229"/>
                </a:cubicBezTo>
                <a:cubicBezTo>
                  <a:pt x="46" y="205"/>
                  <a:pt x="59" y="182"/>
                  <a:pt x="73" y="159"/>
                </a:cubicBezTo>
                <a:cubicBezTo>
                  <a:pt x="79" y="166"/>
                  <a:pt x="85" y="173"/>
                  <a:pt x="92" y="180"/>
                </a:cubicBezTo>
                <a:cubicBezTo>
                  <a:pt x="77" y="204"/>
                  <a:pt x="62" y="228"/>
                  <a:pt x="47" y="252"/>
                </a:cubicBezTo>
                <a:cubicBezTo>
                  <a:pt x="40" y="262"/>
                  <a:pt x="57" y="272"/>
                  <a:pt x="64" y="262"/>
                </a:cubicBezTo>
                <a:cubicBezTo>
                  <a:pt x="78" y="239"/>
                  <a:pt x="92" y="217"/>
                  <a:pt x="107" y="194"/>
                </a:cubicBezTo>
                <a:cubicBezTo>
                  <a:pt x="123" y="209"/>
                  <a:pt x="140" y="222"/>
                  <a:pt x="158" y="234"/>
                </a:cubicBezTo>
                <a:cubicBezTo>
                  <a:pt x="177" y="246"/>
                  <a:pt x="197" y="257"/>
                  <a:pt x="218" y="266"/>
                </a:cubicBezTo>
                <a:cubicBezTo>
                  <a:pt x="223" y="268"/>
                  <a:pt x="229" y="268"/>
                  <a:pt x="232" y="263"/>
                </a:cubicBezTo>
                <a:cubicBezTo>
                  <a:pt x="234" y="258"/>
                  <a:pt x="233" y="251"/>
                  <a:pt x="228" y="249"/>
                </a:cubicBezTo>
                <a:close/>
                <a:moveTo>
                  <a:pt x="84" y="142"/>
                </a:moveTo>
                <a:cubicBezTo>
                  <a:pt x="90" y="132"/>
                  <a:pt x="97" y="123"/>
                  <a:pt x="103" y="113"/>
                </a:cubicBezTo>
                <a:cubicBezTo>
                  <a:pt x="109" y="120"/>
                  <a:pt x="115" y="128"/>
                  <a:pt x="121" y="135"/>
                </a:cubicBezTo>
                <a:cubicBezTo>
                  <a:pt x="115" y="144"/>
                  <a:pt x="109" y="153"/>
                  <a:pt x="103" y="163"/>
                </a:cubicBezTo>
                <a:cubicBezTo>
                  <a:pt x="96" y="156"/>
                  <a:pt x="90" y="149"/>
                  <a:pt x="84" y="14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nvGrpSpPr>
          <p:cNvPr id="909" name="Google Shape;909;p22"/>
          <p:cNvGrpSpPr/>
          <p:nvPr/>
        </p:nvGrpSpPr>
        <p:grpSpPr>
          <a:xfrm>
            <a:off x="2555999" y="4156921"/>
            <a:ext cx="3426297" cy="825048"/>
            <a:chOff x="2246119" y="4128333"/>
            <a:chExt cx="3426297" cy="825048"/>
          </a:xfrm>
        </p:grpSpPr>
        <p:sp>
          <p:nvSpPr>
            <p:cNvPr id="910" name="Google Shape;910;p22"/>
            <p:cNvSpPr/>
            <p:nvPr/>
          </p:nvSpPr>
          <p:spPr>
            <a:xfrm>
              <a:off x="3156872" y="4132770"/>
              <a:ext cx="2515544" cy="820611"/>
            </a:xfrm>
            <a:custGeom>
              <a:rect b="b" l="l" r="r" t="t"/>
              <a:pathLst>
                <a:path extrusionOk="0" h="360902" w="1106328">
                  <a:moveTo>
                    <a:pt x="105014" y="-1453"/>
                  </a:moveTo>
                  <a:cubicBezTo>
                    <a:pt x="94060" y="11596"/>
                    <a:pt x="85202" y="26265"/>
                    <a:pt x="78820" y="41980"/>
                  </a:cubicBezTo>
                  <a:cubicBezTo>
                    <a:pt x="73010" y="55983"/>
                    <a:pt x="68629" y="70555"/>
                    <a:pt x="65866" y="85415"/>
                  </a:cubicBezTo>
                  <a:cubicBezTo>
                    <a:pt x="63294" y="99798"/>
                    <a:pt x="62151" y="114276"/>
                    <a:pt x="62247" y="128848"/>
                  </a:cubicBezTo>
                  <a:lnTo>
                    <a:pt x="62247" y="172283"/>
                  </a:lnTo>
                  <a:lnTo>
                    <a:pt x="61390" y="259151"/>
                  </a:lnTo>
                  <a:lnTo>
                    <a:pt x="61390" y="302585"/>
                  </a:lnTo>
                  <a:lnTo>
                    <a:pt x="61390" y="313347"/>
                  </a:lnTo>
                  <a:cubicBezTo>
                    <a:pt x="61390" y="316110"/>
                    <a:pt x="61771" y="318968"/>
                    <a:pt x="62533" y="321635"/>
                  </a:cubicBezTo>
                  <a:cubicBezTo>
                    <a:pt x="64246" y="327064"/>
                    <a:pt x="67581" y="331922"/>
                    <a:pt x="72058" y="335446"/>
                  </a:cubicBezTo>
                  <a:cubicBezTo>
                    <a:pt x="76439" y="339066"/>
                    <a:pt x="81869" y="341256"/>
                    <a:pt x="87488" y="341733"/>
                  </a:cubicBezTo>
                  <a:cubicBezTo>
                    <a:pt x="89869" y="341733"/>
                    <a:pt x="94346" y="341733"/>
                    <a:pt x="97679" y="341733"/>
                  </a:cubicBezTo>
                  <a:lnTo>
                    <a:pt x="108538" y="341733"/>
                  </a:lnTo>
                  <a:lnTo>
                    <a:pt x="151972" y="341733"/>
                  </a:lnTo>
                  <a:lnTo>
                    <a:pt x="238840" y="341733"/>
                  </a:lnTo>
                  <a:lnTo>
                    <a:pt x="412576" y="342685"/>
                  </a:lnTo>
                  <a:cubicBezTo>
                    <a:pt x="528400" y="343067"/>
                    <a:pt x="644224" y="343067"/>
                    <a:pt x="760048" y="342685"/>
                  </a:cubicBezTo>
                  <a:lnTo>
                    <a:pt x="933689" y="341352"/>
                  </a:lnTo>
                  <a:cubicBezTo>
                    <a:pt x="991601" y="341352"/>
                    <a:pt x="1049513" y="340685"/>
                    <a:pt x="1107425" y="339352"/>
                  </a:cubicBezTo>
                  <a:lnTo>
                    <a:pt x="1107425" y="359163"/>
                  </a:lnTo>
                  <a:cubicBezTo>
                    <a:pt x="1049513" y="358116"/>
                    <a:pt x="991601" y="357448"/>
                    <a:pt x="933689" y="357163"/>
                  </a:cubicBezTo>
                  <a:lnTo>
                    <a:pt x="760048" y="355830"/>
                  </a:lnTo>
                  <a:cubicBezTo>
                    <a:pt x="644224" y="355448"/>
                    <a:pt x="528400" y="355448"/>
                    <a:pt x="412576" y="355830"/>
                  </a:cubicBezTo>
                  <a:lnTo>
                    <a:pt x="238840" y="356782"/>
                  </a:lnTo>
                  <a:lnTo>
                    <a:pt x="151972" y="357354"/>
                  </a:lnTo>
                  <a:lnTo>
                    <a:pt x="108538" y="357354"/>
                  </a:lnTo>
                  <a:lnTo>
                    <a:pt x="97679" y="357354"/>
                  </a:lnTo>
                  <a:cubicBezTo>
                    <a:pt x="93870" y="357354"/>
                    <a:pt x="91012" y="357354"/>
                    <a:pt x="86250" y="357354"/>
                  </a:cubicBezTo>
                  <a:cubicBezTo>
                    <a:pt x="77297" y="356782"/>
                    <a:pt x="68819" y="353448"/>
                    <a:pt x="61865" y="347829"/>
                  </a:cubicBezTo>
                  <a:cubicBezTo>
                    <a:pt x="54817" y="342304"/>
                    <a:pt x="49674" y="334779"/>
                    <a:pt x="46911" y="326302"/>
                  </a:cubicBezTo>
                  <a:cubicBezTo>
                    <a:pt x="45578" y="322015"/>
                    <a:pt x="44912" y="317634"/>
                    <a:pt x="44816" y="313158"/>
                  </a:cubicBezTo>
                  <a:lnTo>
                    <a:pt x="44816" y="302299"/>
                  </a:lnTo>
                  <a:lnTo>
                    <a:pt x="44816" y="258865"/>
                  </a:lnTo>
                  <a:lnTo>
                    <a:pt x="43864" y="171997"/>
                  </a:lnTo>
                  <a:lnTo>
                    <a:pt x="43864" y="128563"/>
                  </a:lnTo>
                  <a:cubicBezTo>
                    <a:pt x="43959" y="113990"/>
                    <a:pt x="42815" y="99512"/>
                    <a:pt x="40244" y="85129"/>
                  </a:cubicBezTo>
                  <a:cubicBezTo>
                    <a:pt x="37577" y="70270"/>
                    <a:pt x="33196" y="55697"/>
                    <a:pt x="27385" y="41695"/>
                  </a:cubicBezTo>
                  <a:cubicBezTo>
                    <a:pt x="20908" y="25979"/>
                    <a:pt x="12050" y="11310"/>
                    <a:pt x="1097" y="-173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cxnSp>
          <p:nvCxnSpPr>
            <p:cNvPr id="911" name="Google Shape;911;p22"/>
            <p:cNvCxnSpPr/>
            <p:nvPr/>
          </p:nvCxnSpPr>
          <p:spPr>
            <a:xfrm>
              <a:off x="2246119" y="4128333"/>
              <a:ext cx="2168525" cy="0"/>
            </a:xfrm>
            <a:prstGeom prst="straightConnector1">
              <a:avLst/>
            </a:prstGeom>
            <a:noFill/>
            <a:ln cap="flat" cmpd="sng" w="19050">
              <a:solidFill>
                <a:schemeClr val="accent3"/>
              </a:solidFill>
              <a:prstDash val="solid"/>
              <a:miter lim="800000"/>
              <a:headEnd len="sm" w="sm" type="none"/>
              <a:tailEnd len="sm" w="sm" type="none"/>
            </a:ln>
          </p:spPr>
        </p:cxnSp>
      </p:grpSp>
      <p:grpSp>
        <p:nvGrpSpPr>
          <p:cNvPr id="912" name="Google Shape;912;p22"/>
          <p:cNvGrpSpPr/>
          <p:nvPr/>
        </p:nvGrpSpPr>
        <p:grpSpPr>
          <a:xfrm>
            <a:off x="640280" y="5189275"/>
            <a:ext cx="906281" cy="906281"/>
            <a:chOff x="569461" y="5443926"/>
            <a:chExt cx="766079" cy="766079"/>
          </a:xfrm>
        </p:grpSpPr>
        <p:sp>
          <p:nvSpPr>
            <p:cNvPr id="913" name="Google Shape;913;p22"/>
            <p:cNvSpPr/>
            <p:nvPr/>
          </p:nvSpPr>
          <p:spPr>
            <a:xfrm rot="-2372569">
              <a:off x="680417" y="5554882"/>
              <a:ext cx="544166" cy="544166"/>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nvGrpSpPr>
            <p:cNvPr id="914" name="Google Shape;914;p22"/>
            <p:cNvGrpSpPr/>
            <p:nvPr/>
          </p:nvGrpSpPr>
          <p:grpSpPr>
            <a:xfrm rot="-3600000">
              <a:off x="825686" y="5739516"/>
              <a:ext cx="350157" cy="212509"/>
              <a:chOff x="1165191" y="1977117"/>
              <a:chExt cx="387710" cy="235300"/>
            </a:xfrm>
          </p:grpSpPr>
          <p:sp>
            <p:nvSpPr>
              <p:cNvPr id="915" name="Google Shape;915;p22"/>
              <p:cNvSpPr/>
              <p:nvPr/>
            </p:nvSpPr>
            <p:spPr>
              <a:xfrm rot="1227431">
                <a:off x="1415589" y="1988489"/>
                <a:ext cx="103428" cy="212556"/>
              </a:xfrm>
              <a:custGeom>
                <a:rect b="b" l="l" r="r" t="t"/>
                <a:pathLst>
                  <a:path extrusionOk="0" h="261" w="127">
                    <a:moveTo>
                      <a:pt x="0" y="0"/>
                    </a:moveTo>
                    <a:lnTo>
                      <a:pt x="127" y="129"/>
                    </a:lnTo>
                    <a:lnTo>
                      <a:pt x="0" y="261"/>
                    </a:lnTo>
                  </a:path>
                </a:pathLst>
              </a:custGeom>
              <a:noFill/>
              <a:ln cap="flat" cmpd="sng" w="19050">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cxnSp>
            <p:nvCxnSpPr>
              <p:cNvPr id="916" name="Google Shape;916;p22"/>
              <p:cNvCxnSpPr/>
              <p:nvPr/>
            </p:nvCxnSpPr>
            <p:spPr>
              <a:xfrm rot="-9572569">
                <a:off x="1153378" y="2046230"/>
                <a:ext cx="374616" cy="0"/>
              </a:xfrm>
              <a:prstGeom prst="straightConnector1">
                <a:avLst/>
              </a:prstGeom>
              <a:noFill/>
              <a:ln cap="flat" cmpd="sng" w="19050">
                <a:solidFill>
                  <a:schemeClr val="accent1"/>
                </a:solidFill>
                <a:prstDash val="solid"/>
                <a:miter lim="800000"/>
                <a:headEnd len="sm" w="sm" type="none"/>
                <a:tailEnd len="sm" w="sm" type="none"/>
              </a:ln>
            </p:spPr>
          </p:cxnSp>
        </p:grpSp>
      </p:grpSp>
      <p:sp>
        <p:nvSpPr>
          <p:cNvPr id="917" name="Google Shape;917;p22"/>
          <p:cNvSpPr/>
          <p:nvPr>
            <p:ph idx="2" type="pic"/>
          </p:nvPr>
        </p:nvSpPr>
        <p:spPr>
          <a:xfrm>
            <a:off x="1956077" y="1984917"/>
            <a:ext cx="3485717" cy="1839951"/>
          </a:xfrm>
          <a:prstGeom prst="roundRect">
            <a:avLst>
              <a:gd fmla="val 4111" name="adj"/>
            </a:avLst>
          </a:prstGeom>
          <a:solidFill>
            <a:schemeClr val="lt1"/>
          </a:solidFill>
          <a:ln>
            <a:noFill/>
          </a:ln>
        </p:spPr>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23"/>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923" name="Google Shape;923;p23"/>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924" name="Google Shape;924;p23"/>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925" name="Google Shape;925;p23"/>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926" name="Google Shape;926;p23"/>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927" name="Google Shape;927;p23"/>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928" name="Google Shape;928;p23"/>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929" name="Google Shape;929;p23"/>
          <p:cNvGrpSpPr/>
          <p:nvPr/>
        </p:nvGrpSpPr>
        <p:grpSpPr>
          <a:xfrm>
            <a:off x="6997702" y="669152"/>
            <a:ext cx="95248" cy="68286"/>
            <a:chOff x="3790" y="2022"/>
            <a:chExt cx="282" cy="150"/>
          </a:xfrm>
        </p:grpSpPr>
        <p:cxnSp>
          <p:nvCxnSpPr>
            <p:cNvPr id="930" name="Google Shape;930;p23"/>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931" name="Google Shape;931;p23"/>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932" name="Google Shape;932;p23"/>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933" name="Google Shape;933;p23"/>
          <p:cNvSpPr txBox="1"/>
          <p:nvPr/>
        </p:nvSpPr>
        <p:spPr>
          <a:xfrm>
            <a:off x="533400" y="1536161"/>
            <a:ext cx="6559550"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Poppins Medium"/>
                <a:ea typeface="Poppins Medium"/>
                <a:cs typeface="Poppins Medium"/>
                <a:sym typeface="Poppins Medium"/>
              </a:rPr>
              <a:t>Financial Projections.</a:t>
            </a:r>
            <a:endParaRPr b="0" i="0" sz="1400" u="none" cap="none" strike="noStrike">
              <a:solidFill>
                <a:srgbClr val="000000"/>
              </a:solidFill>
              <a:latin typeface="Arial"/>
              <a:ea typeface="Arial"/>
              <a:cs typeface="Arial"/>
              <a:sym typeface="Arial"/>
            </a:endParaRPr>
          </a:p>
        </p:txBody>
      </p:sp>
      <p:grpSp>
        <p:nvGrpSpPr>
          <p:cNvPr id="934" name="Google Shape;934;p23"/>
          <p:cNvGrpSpPr/>
          <p:nvPr/>
        </p:nvGrpSpPr>
        <p:grpSpPr>
          <a:xfrm>
            <a:off x="8083513" y="3887002"/>
            <a:ext cx="3429732" cy="2030396"/>
            <a:chOff x="751369" y="3051817"/>
            <a:chExt cx="2151151" cy="1073035"/>
          </a:xfrm>
        </p:grpSpPr>
        <p:sp>
          <p:nvSpPr>
            <p:cNvPr id="935" name="Google Shape;935;p23"/>
            <p:cNvSpPr/>
            <p:nvPr/>
          </p:nvSpPr>
          <p:spPr>
            <a:xfrm>
              <a:off x="803960" y="3124092"/>
              <a:ext cx="2098560" cy="1000760"/>
            </a:xfrm>
            <a:prstGeom prst="roundRect">
              <a:avLst>
                <a:gd fmla="val 651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936" name="Google Shape;936;p23"/>
            <p:cNvSpPr/>
            <p:nvPr/>
          </p:nvSpPr>
          <p:spPr>
            <a:xfrm>
              <a:off x="751369" y="3051817"/>
              <a:ext cx="2098559" cy="1035203"/>
            </a:xfrm>
            <a:prstGeom prst="roundRect">
              <a:avLst>
                <a:gd fmla="val 651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937" name="Google Shape;937;p23"/>
          <p:cNvSpPr/>
          <p:nvPr/>
        </p:nvSpPr>
        <p:spPr>
          <a:xfrm>
            <a:off x="676533" y="3845513"/>
            <a:ext cx="105028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Poppins"/>
                <a:ea typeface="Poppins"/>
                <a:cs typeface="Poppins"/>
                <a:sym typeface="Poppins"/>
              </a:rPr>
              <a:t>2028</a:t>
            </a:r>
            <a:endParaRPr b="0" i="0" sz="1400" u="none" cap="none" strike="noStrike">
              <a:solidFill>
                <a:srgbClr val="000000"/>
              </a:solidFill>
              <a:latin typeface="Arial"/>
              <a:ea typeface="Arial"/>
              <a:cs typeface="Arial"/>
              <a:sym typeface="Arial"/>
            </a:endParaRPr>
          </a:p>
        </p:txBody>
      </p:sp>
      <p:sp>
        <p:nvSpPr>
          <p:cNvPr id="938" name="Google Shape;938;p23"/>
          <p:cNvSpPr/>
          <p:nvPr/>
        </p:nvSpPr>
        <p:spPr>
          <a:xfrm>
            <a:off x="676534" y="4286174"/>
            <a:ext cx="1116418" cy="34317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Net Income</a:t>
            </a:r>
            <a:endParaRPr b="0" i="0" sz="1400" u="none" cap="none" strike="noStrike">
              <a:solidFill>
                <a:srgbClr val="000000"/>
              </a:solidFill>
              <a:latin typeface="Arial"/>
              <a:ea typeface="Arial"/>
              <a:cs typeface="Arial"/>
              <a:sym typeface="Arial"/>
            </a:endParaRPr>
          </a:p>
        </p:txBody>
      </p:sp>
      <p:sp>
        <p:nvSpPr>
          <p:cNvPr id="939" name="Google Shape;939;p23"/>
          <p:cNvSpPr/>
          <p:nvPr/>
        </p:nvSpPr>
        <p:spPr>
          <a:xfrm>
            <a:off x="676534" y="4868870"/>
            <a:ext cx="1930912" cy="89716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 Mountains she had.</a:t>
            </a:r>
            <a:endParaRPr b="0" i="0" sz="1400" u="none" cap="none" strike="noStrike">
              <a:solidFill>
                <a:srgbClr val="000000"/>
              </a:solidFill>
              <a:latin typeface="Arial"/>
              <a:ea typeface="Arial"/>
              <a:cs typeface="Arial"/>
              <a:sym typeface="Arial"/>
            </a:endParaRPr>
          </a:p>
        </p:txBody>
      </p:sp>
      <p:sp>
        <p:nvSpPr>
          <p:cNvPr id="940" name="Google Shape;940;p23"/>
          <p:cNvSpPr/>
          <p:nvPr/>
        </p:nvSpPr>
        <p:spPr>
          <a:xfrm>
            <a:off x="3183832" y="3845513"/>
            <a:ext cx="94448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Poppins"/>
                <a:ea typeface="Poppins"/>
                <a:cs typeface="Poppins"/>
                <a:sym typeface="Poppins"/>
              </a:rPr>
              <a:t>2031</a:t>
            </a:r>
            <a:endParaRPr b="0" i="0" sz="1400" u="none" cap="none" strike="noStrike">
              <a:solidFill>
                <a:srgbClr val="000000"/>
              </a:solidFill>
              <a:latin typeface="Arial"/>
              <a:ea typeface="Arial"/>
              <a:cs typeface="Arial"/>
              <a:sym typeface="Arial"/>
            </a:endParaRPr>
          </a:p>
        </p:txBody>
      </p:sp>
      <p:sp>
        <p:nvSpPr>
          <p:cNvPr id="941" name="Google Shape;941;p23"/>
          <p:cNvSpPr/>
          <p:nvPr/>
        </p:nvSpPr>
        <p:spPr>
          <a:xfrm>
            <a:off x="3183833" y="4286174"/>
            <a:ext cx="1391238" cy="34317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Assumptions</a:t>
            </a:r>
            <a:endParaRPr b="0" i="0" sz="1400" u="none" cap="none" strike="noStrike">
              <a:solidFill>
                <a:srgbClr val="000000"/>
              </a:solidFill>
              <a:latin typeface="Arial"/>
              <a:ea typeface="Arial"/>
              <a:cs typeface="Arial"/>
              <a:sym typeface="Arial"/>
            </a:endParaRPr>
          </a:p>
        </p:txBody>
      </p:sp>
      <p:sp>
        <p:nvSpPr>
          <p:cNvPr id="942" name="Google Shape;942;p23"/>
          <p:cNvSpPr/>
          <p:nvPr/>
        </p:nvSpPr>
        <p:spPr>
          <a:xfrm>
            <a:off x="3183833" y="4868870"/>
            <a:ext cx="1930912" cy="89716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 Mountains she had.</a:t>
            </a:r>
            <a:endParaRPr b="0" i="0" sz="1400" u="none" cap="none" strike="noStrike">
              <a:solidFill>
                <a:srgbClr val="000000"/>
              </a:solidFill>
              <a:latin typeface="Arial"/>
              <a:ea typeface="Arial"/>
              <a:cs typeface="Arial"/>
              <a:sym typeface="Arial"/>
            </a:endParaRPr>
          </a:p>
        </p:txBody>
      </p:sp>
      <p:sp>
        <p:nvSpPr>
          <p:cNvPr id="943" name="Google Shape;943;p23"/>
          <p:cNvSpPr/>
          <p:nvPr/>
        </p:nvSpPr>
        <p:spPr>
          <a:xfrm>
            <a:off x="5691132" y="3845513"/>
            <a:ext cx="104067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Poppins"/>
                <a:ea typeface="Poppins"/>
                <a:cs typeface="Poppins"/>
                <a:sym typeface="Poppins"/>
              </a:rPr>
              <a:t>2033</a:t>
            </a:r>
            <a:endParaRPr b="0" i="0" sz="1400" u="none" cap="none" strike="noStrike">
              <a:solidFill>
                <a:srgbClr val="000000"/>
              </a:solidFill>
              <a:latin typeface="Arial"/>
              <a:ea typeface="Arial"/>
              <a:cs typeface="Arial"/>
              <a:sym typeface="Arial"/>
            </a:endParaRPr>
          </a:p>
        </p:txBody>
      </p:sp>
      <p:sp>
        <p:nvSpPr>
          <p:cNvPr id="944" name="Google Shape;944;p23"/>
          <p:cNvSpPr/>
          <p:nvPr/>
        </p:nvSpPr>
        <p:spPr>
          <a:xfrm>
            <a:off x="5691133" y="4286174"/>
            <a:ext cx="1116418" cy="34317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Appendices</a:t>
            </a:r>
            <a:endParaRPr b="0" i="0" sz="1400" u="none" cap="none" strike="noStrike">
              <a:solidFill>
                <a:srgbClr val="000000"/>
              </a:solidFill>
              <a:latin typeface="Arial"/>
              <a:ea typeface="Arial"/>
              <a:cs typeface="Arial"/>
              <a:sym typeface="Arial"/>
            </a:endParaRPr>
          </a:p>
        </p:txBody>
      </p:sp>
      <p:sp>
        <p:nvSpPr>
          <p:cNvPr id="945" name="Google Shape;945;p23"/>
          <p:cNvSpPr/>
          <p:nvPr/>
        </p:nvSpPr>
        <p:spPr>
          <a:xfrm>
            <a:off x="5691133" y="4868870"/>
            <a:ext cx="1930912" cy="89716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 Mountains she had.</a:t>
            </a:r>
            <a:endParaRPr b="0" i="0" sz="1400" u="none" cap="none" strike="noStrike">
              <a:solidFill>
                <a:srgbClr val="000000"/>
              </a:solidFill>
              <a:latin typeface="Arial"/>
              <a:ea typeface="Arial"/>
              <a:cs typeface="Arial"/>
              <a:sym typeface="Arial"/>
            </a:endParaRPr>
          </a:p>
        </p:txBody>
      </p:sp>
      <p:sp>
        <p:nvSpPr>
          <p:cNvPr id="946" name="Google Shape;946;p23"/>
          <p:cNvSpPr/>
          <p:nvPr/>
        </p:nvSpPr>
        <p:spPr>
          <a:xfrm>
            <a:off x="8248738" y="4202230"/>
            <a:ext cx="84670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Medium"/>
                <a:ea typeface="Poppins Medium"/>
                <a:cs typeface="Poppins Medium"/>
                <a:sym typeface="Poppins Medium"/>
              </a:rPr>
              <a:t>Profit</a:t>
            </a:r>
            <a:endParaRPr b="0" i="0" sz="1400" u="none" cap="none" strike="noStrike">
              <a:solidFill>
                <a:srgbClr val="000000"/>
              </a:solidFill>
              <a:latin typeface="Arial"/>
              <a:ea typeface="Arial"/>
              <a:cs typeface="Arial"/>
              <a:sym typeface="Arial"/>
            </a:endParaRPr>
          </a:p>
        </p:txBody>
      </p:sp>
      <p:sp>
        <p:nvSpPr>
          <p:cNvPr id="947" name="Google Shape;947;p23"/>
          <p:cNvSpPr/>
          <p:nvPr/>
        </p:nvSpPr>
        <p:spPr>
          <a:xfrm>
            <a:off x="8198433" y="4642045"/>
            <a:ext cx="3088974" cy="89716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A small river named Duden flows by their place and supplies it with the necessary regelialia.</a:t>
            </a:r>
            <a:endParaRPr b="0" i="0" sz="1200" u="none" cap="none" strike="noStrike">
              <a:solidFill>
                <a:schemeClr val="dk1"/>
              </a:solidFill>
              <a:latin typeface="Poppins"/>
              <a:ea typeface="Poppins"/>
              <a:cs typeface="Poppins"/>
              <a:sym typeface="Poppins"/>
            </a:endParaRPr>
          </a:p>
        </p:txBody>
      </p:sp>
      <p:grpSp>
        <p:nvGrpSpPr>
          <p:cNvPr id="948" name="Google Shape;948;p23"/>
          <p:cNvGrpSpPr/>
          <p:nvPr/>
        </p:nvGrpSpPr>
        <p:grpSpPr>
          <a:xfrm>
            <a:off x="615259" y="3335913"/>
            <a:ext cx="10043216" cy="400917"/>
            <a:chOff x="615259" y="3265435"/>
            <a:chExt cx="10043216" cy="400917"/>
          </a:xfrm>
        </p:grpSpPr>
        <p:sp>
          <p:nvSpPr>
            <p:cNvPr id="949" name="Google Shape;949;p23"/>
            <p:cNvSpPr/>
            <p:nvPr/>
          </p:nvSpPr>
          <p:spPr>
            <a:xfrm>
              <a:off x="615259" y="3265435"/>
              <a:ext cx="9364346" cy="400917"/>
            </a:xfrm>
            <a:custGeom>
              <a:rect b="b" l="l" r="r" t="t"/>
              <a:pathLst>
                <a:path extrusionOk="0" h="163024" w="3807808">
                  <a:moveTo>
                    <a:pt x="3723244" y="160367"/>
                  </a:moveTo>
                  <a:cubicBezTo>
                    <a:pt x="3736398" y="120648"/>
                    <a:pt x="3745523" y="79786"/>
                    <a:pt x="3750485" y="38256"/>
                  </a:cubicBezTo>
                  <a:cubicBezTo>
                    <a:pt x="3750485" y="35209"/>
                    <a:pt x="3751152" y="34637"/>
                    <a:pt x="3751247" y="33304"/>
                  </a:cubicBezTo>
                  <a:cubicBezTo>
                    <a:pt x="3751485" y="31971"/>
                    <a:pt x="3751485" y="30732"/>
                    <a:pt x="3751247" y="29399"/>
                  </a:cubicBezTo>
                  <a:cubicBezTo>
                    <a:pt x="3750571" y="26636"/>
                    <a:pt x="3749075" y="24255"/>
                    <a:pt x="3746961" y="22350"/>
                  </a:cubicBezTo>
                  <a:cubicBezTo>
                    <a:pt x="3744637" y="20349"/>
                    <a:pt x="3741798" y="19017"/>
                    <a:pt x="3738770" y="18540"/>
                  </a:cubicBezTo>
                  <a:lnTo>
                    <a:pt x="3723625" y="17302"/>
                  </a:lnTo>
                  <a:cubicBezTo>
                    <a:pt x="3703336" y="16063"/>
                    <a:pt x="3682953" y="15111"/>
                    <a:pt x="3662665" y="15206"/>
                  </a:cubicBezTo>
                  <a:cubicBezTo>
                    <a:pt x="3621993" y="15206"/>
                    <a:pt x="3581226" y="16445"/>
                    <a:pt x="3540554" y="16349"/>
                  </a:cubicBezTo>
                  <a:lnTo>
                    <a:pt x="3418539" y="16349"/>
                  </a:lnTo>
                  <a:lnTo>
                    <a:pt x="2930287" y="16349"/>
                  </a:lnTo>
                  <a:lnTo>
                    <a:pt x="1953784" y="15777"/>
                  </a:lnTo>
                  <a:lnTo>
                    <a:pt x="1160" y="15777"/>
                  </a:lnTo>
                  <a:lnTo>
                    <a:pt x="1160" y="1110"/>
                  </a:lnTo>
                  <a:lnTo>
                    <a:pt x="1953784" y="1110"/>
                  </a:lnTo>
                  <a:lnTo>
                    <a:pt x="2930287" y="538"/>
                  </a:lnTo>
                  <a:lnTo>
                    <a:pt x="3418539" y="538"/>
                  </a:lnTo>
                  <a:lnTo>
                    <a:pt x="3540554" y="538"/>
                  </a:lnTo>
                  <a:cubicBezTo>
                    <a:pt x="3581226" y="538"/>
                    <a:pt x="3621993" y="1299"/>
                    <a:pt x="3662665" y="1585"/>
                  </a:cubicBezTo>
                  <a:cubicBezTo>
                    <a:pt x="3682953" y="1585"/>
                    <a:pt x="3703336" y="824"/>
                    <a:pt x="3723625" y="-415"/>
                  </a:cubicBezTo>
                  <a:lnTo>
                    <a:pt x="3739055" y="-1653"/>
                  </a:lnTo>
                  <a:cubicBezTo>
                    <a:pt x="3746266" y="-2034"/>
                    <a:pt x="3753438" y="-319"/>
                    <a:pt x="3759725" y="3205"/>
                  </a:cubicBezTo>
                  <a:cubicBezTo>
                    <a:pt x="3766354" y="6634"/>
                    <a:pt x="3771849" y="11968"/>
                    <a:pt x="3775536" y="18445"/>
                  </a:cubicBezTo>
                  <a:cubicBezTo>
                    <a:pt x="3777546" y="21778"/>
                    <a:pt x="3779060" y="25398"/>
                    <a:pt x="3780013" y="29113"/>
                  </a:cubicBezTo>
                  <a:cubicBezTo>
                    <a:pt x="3780813" y="32446"/>
                    <a:pt x="3781384" y="35781"/>
                    <a:pt x="3781727" y="39210"/>
                  </a:cubicBezTo>
                  <a:cubicBezTo>
                    <a:pt x="3786690" y="80738"/>
                    <a:pt x="3795815" y="121600"/>
                    <a:pt x="3808969" y="16132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cxnSp>
          <p:nvCxnSpPr>
            <p:cNvPr id="950" name="Google Shape;950;p23"/>
            <p:cNvCxnSpPr/>
            <p:nvPr/>
          </p:nvCxnSpPr>
          <p:spPr>
            <a:xfrm>
              <a:off x="8909527" y="3663177"/>
              <a:ext cx="1748948" cy="0"/>
            </a:xfrm>
            <a:prstGeom prst="straightConnector1">
              <a:avLst/>
            </a:prstGeom>
            <a:noFill/>
            <a:ln cap="flat" cmpd="sng" w="19050">
              <a:solidFill>
                <a:schemeClr val="accent3"/>
              </a:solidFill>
              <a:prstDash val="solid"/>
              <a:miter lim="800000"/>
              <a:headEnd len="sm" w="sm" type="none"/>
              <a:tailEnd len="sm" w="sm" type="none"/>
            </a:ln>
          </p:spPr>
        </p:cxnSp>
      </p:grpSp>
      <p:sp>
        <p:nvSpPr>
          <p:cNvPr id="951" name="Google Shape;951;p23"/>
          <p:cNvSpPr/>
          <p:nvPr/>
        </p:nvSpPr>
        <p:spPr>
          <a:xfrm>
            <a:off x="710419" y="3261751"/>
            <a:ext cx="167250" cy="167250"/>
          </a:xfrm>
          <a:prstGeom prst="ellipse">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952" name="Google Shape;952;p23"/>
          <p:cNvSpPr/>
          <p:nvPr/>
        </p:nvSpPr>
        <p:spPr>
          <a:xfrm>
            <a:off x="3289201" y="3261751"/>
            <a:ext cx="167250" cy="16725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953" name="Google Shape;953;p23"/>
          <p:cNvSpPr/>
          <p:nvPr/>
        </p:nvSpPr>
        <p:spPr>
          <a:xfrm>
            <a:off x="5809642" y="3261751"/>
            <a:ext cx="167250" cy="167250"/>
          </a:xfrm>
          <a:prstGeom prst="ellipse">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954" name="Google Shape;954;p23"/>
          <p:cNvSpPr txBox="1"/>
          <p:nvPr/>
        </p:nvSpPr>
        <p:spPr>
          <a:xfrm>
            <a:off x="533400" y="2283016"/>
            <a:ext cx="4953000" cy="38497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Mapping the Future: Where Vision Meets Numbers.</a:t>
            </a:r>
            <a:endParaRPr b="0" i="0" sz="1400" u="none" cap="none" strike="noStrike">
              <a:solidFill>
                <a:srgbClr val="000000"/>
              </a:solidFill>
              <a:latin typeface="Arial"/>
              <a:ea typeface="Arial"/>
              <a:cs typeface="Arial"/>
              <a:sym typeface="Arial"/>
            </a:endParaRPr>
          </a:p>
        </p:txBody>
      </p:sp>
      <p:grpSp>
        <p:nvGrpSpPr>
          <p:cNvPr id="955" name="Google Shape;955;p23"/>
          <p:cNvGrpSpPr/>
          <p:nvPr/>
        </p:nvGrpSpPr>
        <p:grpSpPr>
          <a:xfrm>
            <a:off x="10744863" y="1717731"/>
            <a:ext cx="757775" cy="757773"/>
            <a:chOff x="9486906" y="2509573"/>
            <a:chExt cx="574351" cy="574350"/>
          </a:xfrm>
        </p:grpSpPr>
        <p:sp>
          <p:nvSpPr>
            <p:cNvPr id="956" name="Google Shape;956;p23"/>
            <p:cNvSpPr/>
            <p:nvPr/>
          </p:nvSpPr>
          <p:spPr>
            <a:xfrm>
              <a:off x="9486906" y="2509573"/>
              <a:ext cx="574351" cy="57435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nvGrpSpPr>
            <p:cNvPr id="957" name="Google Shape;957;p23"/>
            <p:cNvGrpSpPr/>
            <p:nvPr/>
          </p:nvGrpSpPr>
          <p:grpSpPr>
            <a:xfrm>
              <a:off x="9616486" y="2622923"/>
              <a:ext cx="312350" cy="313775"/>
              <a:chOff x="9616486" y="2622923"/>
              <a:chExt cx="312350" cy="313775"/>
            </a:xfrm>
          </p:grpSpPr>
          <p:sp>
            <p:nvSpPr>
              <p:cNvPr id="958" name="Google Shape;958;p23"/>
              <p:cNvSpPr/>
              <p:nvPr/>
            </p:nvSpPr>
            <p:spPr>
              <a:xfrm>
                <a:off x="9616486" y="2622923"/>
                <a:ext cx="312350" cy="312350"/>
              </a:xfrm>
              <a:custGeom>
                <a:rect b="b" l="l" r="r" t="t"/>
                <a:pathLst>
                  <a:path extrusionOk="0" h="250507" w="250507">
                    <a:moveTo>
                      <a:pt x="250508" y="125254"/>
                    </a:moveTo>
                    <a:cubicBezTo>
                      <a:pt x="250508" y="194429"/>
                      <a:pt x="194430" y="250508"/>
                      <a:pt x="125254" y="250508"/>
                    </a:cubicBezTo>
                    <a:cubicBezTo>
                      <a:pt x="56078" y="250508"/>
                      <a:pt x="0" y="194430"/>
                      <a:pt x="0" y="125254"/>
                    </a:cubicBezTo>
                    <a:cubicBezTo>
                      <a:pt x="0" y="56078"/>
                      <a:pt x="56078" y="0"/>
                      <a:pt x="125254" y="0"/>
                    </a:cubicBezTo>
                    <a:cubicBezTo>
                      <a:pt x="194430" y="0"/>
                      <a:pt x="250508" y="56078"/>
                      <a:pt x="250508" y="125254"/>
                    </a:cubicBezTo>
                    <a:close/>
                  </a:path>
                </a:pathLst>
              </a:custGeom>
              <a:noFill/>
              <a:ln cap="flat" cmpd="sng" w="9525">
                <a:solidFill>
                  <a:schemeClr val="lt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959" name="Google Shape;959;p23"/>
              <p:cNvSpPr/>
              <p:nvPr/>
            </p:nvSpPr>
            <p:spPr>
              <a:xfrm>
                <a:off x="9616486" y="2713422"/>
                <a:ext cx="312350" cy="221852"/>
              </a:xfrm>
              <a:custGeom>
                <a:rect b="b" l="l" r="r" t="t"/>
                <a:pathLst>
                  <a:path extrusionOk="0" h="177927" w="250507">
                    <a:moveTo>
                      <a:pt x="250508" y="88964"/>
                    </a:moveTo>
                    <a:cubicBezTo>
                      <a:pt x="250508" y="138097"/>
                      <a:pt x="194430" y="177927"/>
                      <a:pt x="125254" y="177927"/>
                    </a:cubicBezTo>
                    <a:cubicBezTo>
                      <a:pt x="56078" y="177927"/>
                      <a:pt x="0" y="138097"/>
                      <a:pt x="0" y="88964"/>
                    </a:cubicBezTo>
                    <a:cubicBezTo>
                      <a:pt x="0" y="39830"/>
                      <a:pt x="56078" y="0"/>
                      <a:pt x="125254" y="0"/>
                    </a:cubicBezTo>
                    <a:cubicBezTo>
                      <a:pt x="194430" y="0"/>
                      <a:pt x="250508" y="39830"/>
                      <a:pt x="250508" y="88964"/>
                    </a:cubicBezTo>
                    <a:close/>
                  </a:path>
                </a:pathLst>
              </a:custGeom>
              <a:noFill/>
              <a:ln cap="flat" cmpd="sng" w="9525">
                <a:solidFill>
                  <a:schemeClr val="lt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960" name="Google Shape;960;p23"/>
              <p:cNvSpPr/>
              <p:nvPr/>
            </p:nvSpPr>
            <p:spPr>
              <a:xfrm>
                <a:off x="9616486" y="2785393"/>
                <a:ext cx="312350" cy="149880"/>
              </a:xfrm>
              <a:custGeom>
                <a:rect b="b" l="l" r="r" t="t"/>
                <a:pathLst>
                  <a:path extrusionOk="0" h="120205" w="250507">
                    <a:moveTo>
                      <a:pt x="250508" y="60103"/>
                    </a:moveTo>
                    <a:cubicBezTo>
                      <a:pt x="250508" y="93297"/>
                      <a:pt x="194430" y="120205"/>
                      <a:pt x="125254" y="120205"/>
                    </a:cubicBezTo>
                    <a:cubicBezTo>
                      <a:pt x="56078" y="120205"/>
                      <a:pt x="0" y="93297"/>
                      <a:pt x="0" y="60103"/>
                    </a:cubicBezTo>
                    <a:cubicBezTo>
                      <a:pt x="0" y="26909"/>
                      <a:pt x="56078" y="0"/>
                      <a:pt x="125254" y="0"/>
                    </a:cubicBezTo>
                    <a:cubicBezTo>
                      <a:pt x="194430" y="0"/>
                      <a:pt x="250508" y="26909"/>
                      <a:pt x="250508" y="60103"/>
                    </a:cubicBezTo>
                    <a:close/>
                  </a:path>
                </a:pathLst>
              </a:custGeom>
              <a:noFill/>
              <a:ln cap="flat" cmpd="sng" w="9525">
                <a:solidFill>
                  <a:schemeClr val="lt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961" name="Google Shape;961;p23"/>
              <p:cNvSpPr/>
              <p:nvPr/>
            </p:nvSpPr>
            <p:spPr>
              <a:xfrm>
                <a:off x="9616486" y="2856176"/>
                <a:ext cx="312350" cy="79096"/>
              </a:xfrm>
              <a:custGeom>
                <a:rect b="b" l="l" r="r" t="t"/>
                <a:pathLst>
                  <a:path extrusionOk="0" h="63436" w="250507">
                    <a:moveTo>
                      <a:pt x="250508" y="31718"/>
                    </a:moveTo>
                    <a:cubicBezTo>
                      <a:pt x="250508" y="49236"/>
                      <a:pt x="194430" y="63437"/>
                      <a:pt x="125254" y="63437"/>
                    </a:cubicBezTo>
                    <a:cubicBezTo>
                      <a:pt x="56078" y="63437"/>
                      <a:pt x="0" y="49236"/>
                      <a:pt x="0" y="31718"/>
                    </a:cubicBezTo>
                    <a:cubicBezTo>
                      <a:pt x="0" y="14201"/>
                      <a:pt x="56078" y="0"/>
                      <a:pt x="125254" y="0"/>
                    </a:cubicBezTo>
                    <a:cubicBezTo>
                      <a:pt x="194430" y="0"/>
                      <a:pt x="250508" y="14201"/>
                      <a:pt x="250508" y="31718"/>
                    </a:cubicBezTo>
                    <a:close/>
                  </a:path>
                </a:pathLst>
              </a:custGeom>
              <a:noFill/>
              <a:ln cap="flat" cmpd="sng" w="9525">
                <a:solidFill>
                  <a:schemeClr val="lt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962" name="Google Shape;962;p23"/>
              <p:cNvSpPr/>
              <p:nvPr/>
            </p:nvSpPr>
            <p:spPr>
              <a:xfrm>
                <a:off x="9616486" y="2902732"/>
                <a:ext cx="312350" cy="32541"/>
              </a:xfrm>
              <a:custGeom>
                <a:rect b="b" l="l" r="r" t="t"/>
                <a:pathLst>
                  <a:path extrusionOk="0" h="26098" w="250507">
                    <a:moveTo>
                      <a:pt x="250508" y="13049"/>
                    </a:moveTo>
                    <a:cubicBezTo>
                      <a:pt x="250508" y="20256"/>
                      <a:pt x="194430" y="26099"/>
                      <a:pt x="125254" y="26099"/>
                    </a:cubicBezTo>
                    <a:cubicBezTo>
                      <a:pt x="56078" y="26099"/>
                      <a:pt x="0" y="20256"/>
                      <a:pt x="0" y="13049"/>
                    </a:cubicBezTo>
                    <a:cubicBezTo>
                      <a:pt x="0" y="5842"/>
                      <a:pt x="56078" y="0"/>
                      <a:pt x="125254" y="0"/>
                    </a:cubicBezTo>
                    <a:cubicBezTo>
                      <a:pt x="194430" y="0"/>
                      <a:pt x="250508" y="5842"/>
                      <a:pt x="250508" y="13049"/>
                    </a:cubicBezTo>
                    <a:close/>
                  </a:path>
                </a:pathLst>
              </a:custGeom>
              <a:noFill/>
              <a:ln cap="flat" cmpd="sng" w="9525">
                <a:solidFill>
                  <a:schemeClr val="lt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963" name="Google Shape;963;p23"/>
              <p:cNvSpPr/>
              <p:nvPr/>
            </p:nvSpPr>
            <p:spPr>
              <a:xfrm>
                <a:off x="9616486" y="2935274"/>
                <a:ext cx="312350" cy="1424"/>
              </a:xfrm>
              <a:custGeom>
                <a:rect b="b" l="l" r="r" t="t"/>
                <a:pathLst>
                  <a:path extrusionOk="0" h="1142" w="250507">
                    <a:moveTo>
                      <a:pt x="250508" y="572"/>
                    </a:moveTo>
                    <a:cubicBezTo>
                      <a:pt x="250508" y="887"/>
                      <a:pt x="194430" y="1143"/>
                      <a:pt x="125254" y="1143"/>
                    </a:cubicBezTo>
                    <a:cubicBezTo>
                      <a:pt x="56078" y="1143"/>
                      <a:pt x="0" y="887"/>
                      <a:pt x="0" y="572"/>
                    </a:cubicBezTo>
                    <a:cubicBezTo>
                      <a:pt x="0" y="256"/>
                      <a:pt x="56078" y="0"/>
                      <a:pt x="125254" y="0"/>
                    </a:cubicBezTo>
                    <a:cubicBezTo>
                      <a:pt x="194430" y="0"/>
                      <a:pt x="250508" y="256"/>
                      <a:pt x="250508" y="572"/>
                    </a:cubicBezTo>
                    <a:close/>
                  </a:path>
                </a:pathLst>
              </a:custGeom>
              <a:noFill/>
              <a:ln cap="flat" cmpd="sng" w="9525">
                <a:solidFill>
                  <a:schemeClr val="lt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24"/>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969" name="Google Shape;969;p24"/>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970" name="Google Shape;970;p24"/>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971" name="Google Shape;971;p24"/>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972" name="Google Shape;972;p24"/>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973" name="Google Shape;973;p24"/>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974" name="Google Shape;974;p24"/>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975" name="Google Shape;975;p24"/>
          <p:cNvGrpSpPr/>
          <p:nvPr/>
        </p:nvGrpSpPr>
        <p:grpSpPr>
          <a:xfrm>
            <a:off x="6997702" y="669152"/>
            <a:ext cx="95248" cy="68286"/>
            <a:chOff x="3790" y="2022"/>
            <a:chExt cx="282" cy="150"/>
          </a:xfrm>
        </p:grpSpPr>
        <p:cxnSp>
          <p:nvCxnSpPr>
            <p:cNvPr id="976" name="Google Shape;976;p24"/>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977" name="Google Shape;977;p24"/>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978" name="Google Shape;978;p24"/>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979" name="Google Shape;979;p24"/>
          <p:cNvSpPr txBox="1"/>
          <p:nvPr/>
        </p:nvSpPr>
        <p:spPr>
          <a:xfrm>
            <a:off x="1023326" y="1394969"/>
            <a:ext cx="3823891"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Poppins Medium"/>
                <a:ea typeface="Poppins Medium"/>
                <a:cs typeface="Poppins Medium"/>
                <a:sym typeface="Poppins Medium"/>
              </a:rPr>
              <a:t>Exit Strategy.</a:t>
            </a:r>
            <a:endParaRPr b="1" i="0" sz="4400" u="none" cap="none" strike="noStrike">
              <a:solidFill>
                <a:schemeClr val="dk1"/>
              </a:solidFill>
              <a:latin typeface="Poppins Medium"/>
              <a:ea typeface="Poppins Medium"/>
              <a:cs typeface="Poppins Medium"/>
              <a:sym typeface="Poppins Medium"/>
            </a:endParaRPr>
          </a:p>
        </p:txBody>
      </p:sp>
      <p:sp>
        <p:nvSpPr>
          <p:cNvPr id="980" name="Google Shape;980;p24"/>
          <p:cNvSpPr txBox="1"/>
          <p:nvPr/>
        </p:nvSpPr>
        <p:spPr>
          <a:xfrm>
            <a:off x="1091744" y="2605693"/>
            <a:ext cx="277242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Initial Public Offering</a:t>
            </a:r>
            <a:endParaRPr b="0" i="0" sz="2000" u="none" cap="none" strike="noStrike">
              <a:solidFill>
                <a:schemeClr val="dk1"/>
              </a:solidFill>
              <a:latin typeface="Poppins"/>
              <a:ea typeface="Poppins"/>
              <a:cs typeface="Poppins"/>
              <a:sym typeface="Poppins"/>
            </a:endParaRPr>
          </a:p>
        </p:txBody>
      </p:sp>
      <p:sp>
        <p:nvSpPr>
          <p:cNvPr id="981" name="Google Shape;981;p24"/>
          <p:cNvSpPr txBox="1"/>
          <p:nvPr/>
        </p:nvSpPr>
        <p:spPr>
          <a:xfrm>
            <a:off x="1091742" y="3035358"/>
            <a:ext cx="3086558"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Their pronunciation and their most comsae realizes why a new common.</a:t>
            </a:r>
            <a:endParaRPr b="1" i="0" sz="1200" u="none" cap="none" strike="noStrike">
              <a:solidFill>
                <a:schemeClr val="dk1"/>
              </a:solidFill>
              <a:latin typeface="Poppins"/>
              <a:ea typeface="Poppins"/>
              <a:cs typeface="Poppins"/>
              <a:sym typeface="Poppins"/>
            </a:endParaRPr>
          </a:p>
        </p:txBody>
      </p:sp>
      <p:sp>
        <p:nvSpPr>
          <p:cNvPr id="982" name="Google Shape;982;p24"/>
          <p:cNvSpPr txBox="1"/>
          <p:nvPr/>
        </p:nvSpPr>
        <p:spPr>
          <a:xfrm>
            <a:off x="8397245" y="3669915"/>
            <a:ext cx="238434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Merger</a:t>
            </a:r>
            <a:endParaRPr b="0" i="0" sz="2000" u="none" cap="none" strike="noStrike">
              <a:solidFill>
                <a:schemeClr val="dk1"/>
              </a:solidFill>
              <a:latin typeface="Poppins"/>
              <a:ea typeface="Poppins"/>
              <a:cs typeface="Poppins"/>
              <a:sym typeface="Poppins"/>
            </a:endParaRPr>
          </a:p>
        </p:txBody>
      </p:sp>
      <p:sp>
        <p:nvSpPr>
          <p:cNvPr id="983" name="Google Shape;983;p24"/>
          <p:cNvSpPr txBox="1"/>
          <p:nvPr/>
        </p:nvSpPr>
        <p:spPr>
          <a:xfrm>
            <a:off x="8400211" y="4154339"/>
            <a:ext cx="2703013"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Their pronunciation and their most comon. Everyone realizes.</a:t>
            </a:r>
            <a:endParaRPr b="1" i="0" sz="1200" u="none" cap="none" strike="noStrike">
              <a:solidFill>
                <a:schemeClr val="dk1"/>
              </a:solidFill>
              <a:latin typeface="Poppins"/>
              <a:ea typeface="Poppins"/>
              <a:cs typeface="Poppins"/>
              <a:sym typeface="Poppins"/>
            </a:endParaRPr>
          </a:p>
        </p:txBody>
      </p:sp>
      <p:grpSp>
        <p:nvGrpSpPr>
          <p:cNvPr id="984" name="Google Shape;984;p24"/>
          <p:cNvGrpSpPr/>
          <p:nvPr/>
        </p:nvGrpSpPr>
        <p:grpSpPr>
          <a:xfrm>
            <a:off x="8466945" y="5120743"/>
            <a:ext cx="1981462" cy="979178"/>
            <a:chOff x="751369" y="3051817"/>
            <a:chExt cx="2151052" cy="1062984"/>
          </a:xfrm>
        </p:grpSpPr>
        <p:sp>
          <p:nvSpPr>
            <p:cNvPr id="985" name="Google Shape;985;p24"/>
            <p:cNvSpPr/>
            <p:nvPr/>
          </p:nvSpPr>
          <p:spPr>
            <a:xfrm>
              <a:off x="803861" y="3114041"/>
              <a:ext cx="2098560" cy="1000760"/>
            </a:xfrm>
            <a:prstGeom prst="roundRect">
              <a:avLst>
                <a:gd fmla="val 651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986" name="Google Shape;986;p24"/>
            <p:cNvSpPr/>
            <p:nvPr/>
          </p:nvSpPr>
          <p:spPr>
            <a:xfrm>
              <a:off x="751369" y="3051817"/>
              <a:ext cx="2098560" cy="1000760"/>
            </a:xfrm>
            <a:prstGeom prst="roundRect">
              <a:avLst>
                <a:gd fmla="val 651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987" name="Google Shape;987;p24"/>
          <p:cNvSpPr txBox="1"/>
          <p:nvPr/>
        </p:nvSpPr>
        <p:spPr>
          <a:xfrm>
            <a:off x="8816582" y="5280768"/>
            <a:ext cx="1229698"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Medium"/>
                <a:ea typeface="Poppins Medium"/>
                <a:cs typeface="Poppins Medium"/>
                <a:sym typeface="Poppins Medium"/>
              </a:rPr>
              <a:t>$50M+</a:t>
            </a:r>
            <a:endParaRPr b="0" i="0" sz="1400" u="none" cap="none" strike="noStrike">
              <a:solidFill>
                <a:srgbClr val="000000"/>
              </a:solidFill>
              <a:latin typeface="Arial"/>
              <a:ea typeface="Arial"/>
              <a:cs typeface="Arial"/>
              <a:sym typeface="Arial"/>
            </a:endParaRPr>
          </a:p>
        </p:txBody>
      </p:sp>
      <p:sp>
        <p:nvSpPr>
          <p:cNvPr id="988" name="Google Shape;988;p24"/>
          <p:cNvSpPr txBox="1"/>
          <p:nvPr/>
        </p:nvSpPr>
        <p:spPr>
          <a:xfrm>
            <a:off x="8583281" y="5646600"/>
            <a:ext cx="1696298"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in Annual Recurring</a:t>
            </a:r>
            <a:endParaRPr b="0" i="0" sz="1100" u="none" cap="none" strike="noStrike">
              <a:solidFill>
                <a:schemeClr val="dk1"/>
              </a:solidFill>
              <a:latin typeface="Poppins"/>
              <a:ea typeface="Poppins"/>
              <a:cs typeface="Poppins"/>
              <a:sym typeface="Poppins"/>
            </a:endParaRPr>
          </a:p>
        </p:txBody>
      </p:sp>
      <p:grpSp>
        <p:nvGrpSpPr>
          <p:cNvPr id="989" name="Google Shape;989;p24"/>
          <p:cNvGrpSpPr/>
          <p:nvPr/>
        </p:nvGrpSpPr>
        <p:grpSpPr>
          <a:xfrm>
            <a:off x="1088774" y="3393438"/>
            <a:ext cx="8478551" cy="716967"/>
            <a:chOff x="981877" y="3342638"/>
            <a:chExt cx="8478551" cy="716967"/>
          </a:xfrm>
        </p:grpSpPr>
        <p:sp>
          <p:nvSpPr>
            <p:cNvPr id="990" name="Google Shape;990;p24"/>
            <p:cNvSpPr/>
            <p:nvPr/>
          </p:nvSpPr>
          <p:spPr>
            <a:xfrm>
              <a:off x="981877" y="3399956"/>
              <a:ext cx="8478551" cy="591410"/>
            </a:xfrm>
            <a:custGeom>
              <a:rect b="b" l="l" r="r" t="t"/>
              <a:pathLst>
                <a:path extrusionOk="0" h="242410" w="3429476">
                  <a:moveTo>
                    <a:pt x="1147" y="240703"/>
                  </a:moveTo>
                  <a:lnTo>
                    <a:pt x="2833215" y="240703"/>
                  </a:lnTo>
                  <a:cubicBezTo>
                    <a:pt x="2854257" y="240703"/>
                    <a:pt x="2871315" y="223654"/>
                    <a:pt x="2871315" y="202603"/>
                  </a:cubicBezTo>
                  <a:lnTo>
                    <a:pt x="2871315" y="36392"/>
                  </a:lnTo>
                  <a:cubicBezTo>
                    <a:pt x="2871315" y="15343"/>
                    <a:pt x="2888375" y="-1708"/>
                    <a:pt x="2909415" y="-1708"/>
                  </a:cubicBezTo>
                  <a:lnTo>
                    <a:pt x="3430624" y="-1708"/>
                  </a:lnTo>
                </a:path>
              </a:pathLst>
            </a:custGeom>
            <a:noFill/>
            <a:ln cap="flat" cmpd="sng" w="19050">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991" name="Google Shape;991;p24"/>
            <p:cNvSpPr/>
            <p:nvPr/>
          </p:nvSpPr>
          <p:spPr>
            <a:xfrm>
              <a:off x="1226660" y="3942924"/>
              <a:ext cx="116681" cy="116681"/>
            </a:xfrm>
            <a:prstGeom prst="ellipse">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992" name="Google Shape;992;p24"/>
            <p:cNvSpPr/>
            <p:nvPr/>
          </p:nvSpPr>
          <p:spPr>
            <a:xfrm>
              <a:off x="8453311" y="3342638"/>
              <a:ext cx="116681" cy="116681"/>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grpSp>
        <p:nvGrpSpPr>
          <p:cNvPr id="993" name="Google Shape;993;p24"/>
          <p:cNvGrpSpPr/>
          <p:nvPr/>
        </p:nvGrpSpPr>
        <p:grpSpPr>
          <a:xfrm>
            <a:off x="4698552" y="2578856"/>
            <a:ext cx="2991030" cy="3626649"/>
            <a:chOff x="751369" y="3051817"/>
            <a:chExt cx="2151151" cy="1073035"/>
          </a:xfrm>
        </p:grpSpPr>
        <p:sp>
          <p:nvSpPr>
            <p:cNvPr id="994" name="Google Shape;994;p24"/>
            <p:cNvSpPr/>
            <p:nvPr/>
          </p:nvSpPr>
          <p:spPr>
            <a:xfrm>
              <a:off x="803960" y="3124092"/>
              <a:ext cx="2098560" cy="1000760"/>
            </a:xfrm>
            <a:prstGeom prst="roundRect">
              <a:avLst>
                <a:gd fmla="val 651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995" name="Google Shape;995;p24"/>
            <p:cNvSpPr/>
            <p:nvPr/>
          </p:nvSpPr>
          <p:spPr>
            <a:xfrm>
              <a:off x="751369" y="3051817"/>
              <a:ext cx="2098559" cy="1035203"/>
            </a:xfrm>
            <a:prstGeom prst="roundRect">
              <a:avLst>
                <a:gd fmla="val 651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996" name="Google Shape;996;p24"/>
          <p:cNvSpPr txBox="1"/>
          <p:nvPr/>
        </p:nvSpPr>
        <p:spPr>
          <a:xfrm>
            <a:off x="4847217" y="2871017"/>
            <a:ext cx="238434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Poppins"/>
                <a:ea typeface="Poppins"/>
                <a:cs typeface="Poppins"/>
                <a:sym typeface="Poppins"/>
              </a:rPr>
              <a:t>Acquisition</a:t>
            </a:r>
            <a:endParaRPr b="0" i="0" sz="1400" u="none" cap="none" strike="noStrike">
              <a:solidFill>
                <a:srgbClr val="000000"/>
              </a:solidFill>
              <a:latin typeface="Arial"/>
              <a:ea typeface="Arial"/>
              <a:cs typeface="Arial"/>
              <a:sym typeface="Arial"/>
            </a:endParaRPr>
          </a:p>
        </p:txBody>
      </p:sp>
      <p:sp>
        <p:nvSpPr>
          <p:cNvPr id="997" name="Google Shape;997;p24"/>
          <p:cNvSpPr txBox="1"/>
          <p:nvPr/>
        </p:nvSpPr>
        <p:spPr>
          <a:xfrm>
            <a:off x="4850183" y="5092592"/>
            <a:ext cx="2687769"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Poppins"/>
                <a:ea typeface="Poppins"/>
                <a:cs typeface="Poppins"/>
                <a:sym typeface="Poppins"/>
              </a:rPr>
              <a:t>Their pronunciation and their most common words. Everyone realizes why a new common.</a:t>
            </a:r>
            <a:endParaRPr b="1" i="0" sz="1200" u="none" cap="none" strike="noStrike">
              <a:solidFill>
                <a:schemeClr val="lt1"/>
              </a:solidFill>
              <a:latin typeface="Poppins"/>
              <a:ea typeface="Poppins"/>
              <a:cs typeface="Poppins"/>
              <a:sym typeface="Poppins"/>
            </a:endParaRPr>
          </a:p>
        </p:txBody>
      </p:sp>
      <p:grpSp>
        <p:nvGrpSpPr>
          <p:cNvPr id="998" name="Google Shape;998;p24"/>
          <p:cNvGrpSpPr/>
          <p:nvPr/>
        </p:nvGrpSpPr>
        <p:grpSpPr>
          <a:xfrm rot="10800000">
            <a:off x="10453981" y="1326549"/>
            <a:ext cx="906281" cy="906281"/>
            <a:chOff x="569461" y="5443926"/>
            <a:chExt cx="766079" cy="766079"/>
          </a:xfrm>
        </p:grpSpPr>
        <p:sp>
          <p:nvSpPr>
            <p:cNvPr id="999" name="Google Shape;999;p24"/>
            <p:cNvSpPr/>
            <p:nvPr/>
          </p:nvSpPr>
          <p:spPr>
            <a:xfrm rot="-2372569">
              <a:off x="680417" y="5554882"/>
              <a:ext cx="544166" cy="544166"/>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nvGrpSpPr>
            <p:cNvPr id="1000" name="Google Shape;1000;p24"/>
            <p:cNvGrpSpPr/>
            <p:nvPr/>
          </p:nvGrpSpPr>
          <p:grpSpPr>
            <a:xfrm rot="-3600000">
              <a:off x="825686" y="5739516"/>
              <a:ext cx="350157" cy="212509"/>
              <a:chOff x="1165191" y="1977117"/>
              <a:chExt cx="387710" cy="235300"/>
            </a:xfrm>
          </p:grpSpPr>
          <p:sp>
            <p:nvSpPr>
              <p:cNvPr id="1001" name="Google Shape;1001;p24"/>
              <p:cNvSpPr/>
              <p:nvPr/>
            </p:nvSpPr>
            <p:spPr>
              <a:xfrm rot="1227431">
                <a:off x="1415589" y="1988489"/>
                <a:ext cx="103428" cy="212556"/>
              </a:xfrm>
              <a:custGeom>
                <a:rect b="b" l="l" r="r" t="t"/>
                <a:pathLst>
                  <a:path extrusionOk="0" h="261" w="127">
                    <a:moveTo>
                      <a:pt x="0" y="0"/>
                    </a:moveTo>
                    <a:lnTo>
                      <a:pt x="127" y="129"/>
                    </a:lnTo>
                    <a:lnTo>
                      <a:pt x="0" y="261"/>
                    </a:lnTo>
                  </a:path>
                </a:pathLst>
              </a:custGeom>
              <a:noFill/>
              <a:ln cap="flat" cmpd="sng" w="19050">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cxnSp>
            <p:nvCxnSpPr>
              <p:cNvPr id="1002" name="Google Shape;1002;p24"/>
              <p:cNvCxnSpPr/>
              <p:nvPr/>
            </p:nvCxnSpPr>
            <p:spPr>
              <a:xfrm rot="-9572569">
                <a:off x="1153378" y="2046230"/>
                <a:ext cx="374616" cy="0"/>
              </a:xfrm>
              <a:prstGeom prst="straightConnector1">
                <a:avLst/>
              </a:prstGeom>
              <a:noFill/>
              <a:ln cap="flat" cmpd="sng" w="19050">
                <a:solidFill>
                  <a:schemeClr val="accent1"/>
                </a:solidFill>
                <a:prstDash val="solid"/>
                <a:miter lim="800000"/>
                <a:headEnd len="sm" w="sm" type="none"/>
                <a:tailEnd len="sm" w="sm" type="none"/>
              </a:ln>
            </p:spPr>
          </p:cxnSp>
        </p:grpSp>
      </p:grpSp>
      <p:sp>
        <p:nvSpPr>
          <p:cNvPr id="1003" name="Google Shape;1003;p24"/>
          <p:cNvSpPr/>
          <p:nvPr>
            <p:ph idx="2" type="pic"/>
          </p:nvPr>
        </p:nvSpPr>
        <p:spPr>
          <a:xfrm>
            <a:off x="1086283" y="4482790"/>
            <a:ext cx="2850098" cy="1616927"/>
          </a:xfrm>
          <a:prstGeom prst="roundRect">
            <a:avLst>
              <a:gd fmla="val 4111" name="adj"/>
            </a:avLst>
          </a:prstGeom>
          <a:solidFill>
            <a:schemeClr val="lt1"/>
          </a:solidFill>
          <a:ln>
            <a:noFill/>
          </a:ln>
        </p:spPr>
      </p:sp>
      <p:sp>
        <p:nvSpPr>
          <p:cNvPr id="1004" name="Google Shape;1004;p24"/>
          <p:cNvSpPr/>
          <p:nvPr>
            <p:ph idx="3" type="pic"/>
          </p:nvPr>
        </p:nvSpPr>
        <p:spPr>
          <a:xfrm>
            <a:off x="4911151" y="3468029"/>
            <a:ext cx="2415200" cy="1427357"/>
          </a:xfrm>
          <a:prstGeom prst="roundRect">
            <a:avLst>
              <a:gd fmla="val 4111" name="adj"/>
            </a:avLst>
          </a:prstGeom>
          <a:solidFill>
            <a:schemeClr val="lt1"/>
          </a:solidFill>
          <a:ln>
            <a:noFill/>
          </a:ln>
        </p:spPr>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25"/>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1010" name="Google Shape;1010;p25"/>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011" name="Google Shape;1011;p25"/>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012" name="Google Shape;1012;p25"/>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1013" name="Google Shape;1013;p25"/>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1014" name="Google Shape;1014;p25"/>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1015" name="Google Shape;1015;p25"/>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1016" name="Google Shape;1016;p25"/>
          <p:cNvGrpSpPr/>
          <p:nvPr/>
        </p:nvGrpSpPr>
        <p:grpSpPr>
          <a:xfrm>
            <a:off x="6997702" y="669152"/>
            <a:ext cx="95248" cy="68286"/>
            <a:chOff x="3790" y="2022"/>
            <a:chExt cx="282" cy="150"/>
          </a:xfrm>
        </p:grpSpPr>
        <p:cxnSp>
          <p:nvCxnSpPr>
            <p:cNvPr id="1017" name="Google Shape;1017;p25"/>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1018" name="Google Shape;1018;p25"/>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1019" name="Google Shape;1019;p25"/>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1020" name="Google Shape;1020;p25"/>
          <p:cNvSpPr txBox="1"/>
          <p:nvPr/>
        </p:nvSpPr>
        <p:spPr>
          <a:xfrm>
            <a:off x="713780" y="1525885"/>
            <a:ext cx="3147429"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Poppins Medium"/>
                <a:ea typeface="Poppins Medium"/>
                <a:cs typeface="Poppins Medium"/>
                <a:sym typeface="Poppins Medium"/>
              </a:rPr>
              <a:t>Traction.</a:t>
            </a:r>
            <a:endParaRPr b="1" i="0" sz="4400" u="none" cap="none" strike="noStrike">
              <a:solidFill>
                <a:schemeClr val="dk1"/>
              </a:solidFill>
              <a:latin typeface="Poppins Medium"/>
              <a:ea typeface="Poppins Medium"/>
              <a:cs typeface="Poppins Medium"/>
              <a:sym typeface="Poppins Medium"/>
            </a:endParaRPr>
          </a:p>
        </p:txBody>
      </p:sp>
      <p:sp>
        <p:nvSpPr>
          <p:cNvPr id="1021" name="Google Shape;1021;p25"/>
          <p:cNvSpPr txBox="1"/>
          <p:nvPr/>
        </p:nvSpPr>
        <p:spPr>
          <a:xfrm>
            <a:off x="8694015" y="1663054"/>
            <a:ext cx="277242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Revenue Growth</a:t>
            </a:r>
            <a:endParaRPr b="0" i="0" sz="2000" u="none" cap="none" strike="noStrike">
              <a:solidFill>
                <a:schemeClr val="dk1"/>
              </a:solidFill>
              <a:latin typeface="Poppins"/>
              <a:ea typeface="Poppins"/>
              <a:cs typeface="Poppins"/>
              <a:sym typeface="Poppins"/>
            </a:endParaRPr>
          </a:p>
        </p:txBody>
      </p:sp>
      <p:sp>
        <p:nvSpPr>
          <p:cNvPr id="1022" name="Google Shape;1022;p25"/>
          <p:cNvSpPr txBox="1"/>
          <p:nvPr/>
        </p:nvSpPr>
        <p:spPr>
          <a:xfrm>
            <a:off x="8694013" y="2092719"/>
            <a:ext cx="2784208"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 Mountains she had.</a:t>
            </a:r>
            <a:endParaRPr b="0" i="0" sz="1400" u="none" cap="none" strike="noStrike">
              <a:solidFill>
                <a:srgbClr val="000000"/>
              </a:solidFill>
              <a:latin typeface="Arial"/>
              <a:ea typeface="Arial"/>
              <a:cs typeface="Arial"/>
              <a:sym typeface="Arial"/>
            </a:endParaRPr>
          </a:p>
        </p:txBody>
      </p:sp>
      <p:sp>
        <p:nvSpPr>
          <p:cNvPr id="1023" name="Google Shape;1023;p25"/>
          <p:cNvSpPr txBox="1"/>
          <p:nvPr/>
        </p:nvSpPr>
        <p:spPr>
          <a:xfrm>
            <a:off x="8694015" y="3214923"/>
            <a:ext cx="277242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Annual Recurring</a:t>
            </a:r>
            <a:endParaRPr b="0" i="0" sz="2000" u="none" cap="none" strike="noStrike">
              <a:solidFill>
                <a:schemeClr val="dk1"/>
              </a:solidFill>
              <a:latin typeface="Poppins"/>
              <a:ea typeface="Poppins"/>
              <a:cs typeface="Poppins"/>
              <a:sym typeface="Poppins"/>
            </a:endParaRPr>
          </a:p>
        </p:txBody>
      </p:sp>
      <p:sp>
        <p:nvSpPr>
          <p:cNvPr id="1024" name="Google Shape;1024;p25"/>
          <p:cNvSpPr txBox="1"/>
          <p:nvPr/>
        </p:nvSpPr>
        <p:spPr>
          <a:xfrm>
            <a:off x="8694013" y="3644588"/>
            <a:ext cx="2784208"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 Mountains she had.</a:t>
            </a:r>
            <a:endParaRPr b="0" i="0" sz="1400" u="none" cap="none" strike="noStrike">
              <a:solidFill>
                <a:srgbClr val="000000"/>
              </a:solidFill>
              <a:latin typeface="Arial"/>
              <a:ea typeface="Arial"/>
              <a:cs typeface="Arial"/>
              <a:sym typeface="Arial"/>
            </a:endParaRPr>
          </a:p>
        </p:txBody>
      </p:sp>
      <p:sp>
        <p:nvSpPr>
          <p:cNvPr id="1025" name="Google Shape;1025;p25"/>
          <p:cNvSpPr txBox="1"/>
          <p:nvPr/>
        </p:nvSpPr>
        <p:spPr>
          <a:xfrm>
            <a:off x="8694015" y="4766792"/>
            <a:ext cx="278420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Transactions Proces</a:t>
            </a:r>
            <a:endParaRPr b="0" i="0" sz="2000" u="none" cap="none" strike="noStrike">
              <a:solidFill>
                <a:schemeClr val="dk1"/>
              </a:solidFill>
              <a:latin typeface="Poppins"/>
              <a:ea typeface="Poppins"/>
              <a:cs typeface="Poppins"/>
              <a:sym typeface="Poppins"/>
            </a:endParaRPr>
          </a:p>
        </p:txBody>
      </p:sp>
      <p:sp>
        <p:nvSpPr>
          <p:cNvPr id="1026" name="Google Shape;1026;p25"/>
          <p:cNvSpPr txBox="1"/>
          <p:nvPr/>
        </p:nvSpPr>
        <p:spPr>
          <a:xfrm>
            <a:off x="8694013" y="5196457"/>
            <a:ext cx="2772420"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 Mountains she had.</a:t>
            </a:r>
            <a:endParaRPr b="0" i="0" sz="1400" u="none" cap="none" strike="noStrike">
              <a:solidFill>
                <a:srgbClr val="000000"/>
              </a:solidFill>
              <a:latin typeface="Arial"/>
              <a:ea typeface="Arial"/>
              <a:cs typeface="Arial"/>
              <a:sym typeface="Arial"/>
            </a:endParaRPr>
          </a:p>
        </p:txBody>
      </p:sp>
      <p:grpSp>
        <p:nvGrpSpPr>
          <p:cNvPr id="1027" name="Google Shape;1027;p25"/>
          <p:cNvGrpSpPr/>
          <p:nvPr/>
        </p:nvGrpSpPr>
        <p:grpSpPr>
          <a:xfrm rot="5400000">
            <a:off x="6755717" y="1373231"/>
            <a:ext cx="3165388" cy="3974515"/>
            <a:chOff x="4597701" y="2485585"/>
            <a:chExt cx="3165388" cy="3974515"/>
          </a:xfrm>
        </p:grpSpPr>
        <p:cxnSp>
          <p:nvCxnSpPr>
            <p:cNvPr id="1028" name="Google Shape;1028;p25"/>
            <p:cNvCxnSpPr/>
            <p:nvPr/>
          </p:nvCxnSpPr>
          <p:spPr>
            <a:xfrm rot="10800000">
              <a:off x="6339191" y="2485585"/>
              <a:ext cx="0" cy="3974515"/>
            </a:xfrm>
            <a:prstGeom prst="straightConnector1">
              <a:avLst/>
            </a:prstGeom>
            <a:noFill/>
            <a:ln cap="flat" cmpd="sng" w="19050">
              <a:solidFill>
                <a:schemeClr val="accent3"/>
              </a:solidFill>
              <a:prstDash val="solid"/>
              <a:miter lim="800000"/>
              <a:headEnd len="sm" w="sm" type="none"/>
              <a:tailEnd len="sm" w="sm" type="none"/>
            </a:ln>
          </p:spPr>
        </p:cxnSp>
        <p:sp>
          <p:nvSpPr>
            <p:cNvPr id="1029" name="Google Shape;1029;p25"/>
            <p:cNvSpPr/>
            <p:nvPr/>
          </p:nvSpPr>
          <p:spPr>
            <a:xfrm>
              <a:off x="4597701" y="4414503"/>
              <a:ext cx="116681" cy="116681"/>
            </a:xfrm>
            <a:prstGeom prst="ellipse">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030" name="Google Shape;1030;p25"/>
            <p:cNvSpPr/>
            <p:nvPr/>
          </p:nvSpPr>
          <p:spPr>
            <a:xfrm>
              <a:off x="6185556" y="4414503"/>
              <a:ext cx="116681" cy="116681"/>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031" name="Google Shape;1031;p25"/>
            <p:cNvSpPr/>
            <p:nvPr/>
          </p:nvSpPr>
          <p:spPr>
            <a:xfrm>
              <a:off x="7646408" y="4414503"/>
              <a:ext cx="116681" cy="116681"/>
            </a:xfrm>
            <a:prstGeom prst="ellipse">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grpSp>
        <p:nvGrpSpPr>
          <p:cNvPr id="1032" name="Google Shape;1032;p25"/>
          <p:cNvGrpSpPr/>
          <p:nvPr/>
        </p:nvGrpSpPr>
        <p:grpSpPr>
          <a:xfrm>
            <a:off x="5734547" y="4461320"/>
            <a:ext cx="2027733" cy="994881"/>
            <a:chOff x="5554167" y="4461320"/>
            <a:chExt cx="2027733" cy="994881"/>
          </a:xfrm>
        </p:grpSpPr>
        <p:sp>
          <p:nvSpPr>
            <p:cNvPr id="1033" name="Google Shape;1033;p25"/>
            <p:cNvSpPr/>
            <p:nvPr/>
          </p:nvSpPr>
          <p:spPr>
            <a:xfrm>
              <a:off x="5554167" y="4469786"/>
              <a:ext cx="1394181" cy="986415"/>
            </a:xfrm>
            <a:custGeom>
              <a:rect b="b" l="l" r="r" t="t"/>
              <a:pathLst>
                <a:path extrusionOk="0" h="388714" w="549401">
                  <a:moveTo>
                    <a:pt x="550348" y="-1755"/>
                  </a:moveTo>
                  <a:cubicBezTo>
                    <a:pt x="536965" y="14056"/>
                    <a:pt x="528021" y="33106"/>
                    <a:pt x="524440" y="53489"/>
                  </a:cubicBezTo>
                  <a:cubicBezTo>
                    <a:pt x="522049" y="71778"/>
                    <a:pt x="521125" y="90256"/>
                    <a:pt x="521678" y="108639"/>
                  </a:cubicBezTo>
                  <a:lnTo>
                    <a:pt x="520535" y="219129"/>
                  </a:lnTo>
                  <a:lnTo>
                    <a:pt x="519582" y="329523"/>
                  </a:lnTo>
                  <a:lnTo>
                    <a:pt x="519582" y="343145"/>
                  </a:lnTo>
                  <a:cubicBezTo>
                    <a:pt x="519830" y="348098"/>
                    <a:pt x="519344" y="353146"/>
                    <a:pt x="518153" y="358004"/>
                  </a:cubicBezTo>
                  <a:cubicBezTo>
                    <a:pt x="515325" y="368005"/>
                    <a:pt x="508409" y="376387"/>
                    <a:pt x="499103" y="381054"/>
                  </a:cubicBezTo>
                  <a:cubicBezTo>
                    <a:pt x="494436" y="383340"/>
                    <a:pt x="489340" y="384578"/>
                    <a:pt x="484149" y="384769"/>
                  </a:cubicBezTo>
                  <a:lnTo>
                    <a:pt x="221735" y="384769"/>
                  </a:lnTo>
                  <a:cubicBezTo>
                    <a:pt x="148202" y="385341"/>
                    <a:pt x="74574" y="385531"/>
                    <a:pt x="946" y="386960"/>
                  </a:cubicBezTo>
                  <a:lnTo>
                    <a:pt x="946" y="374767"/>
                  </a:lnTo>
                  <a:cubicBezTo>
                    <a:pt x="74574" y="376101"/>
                    <a:pt x="148202" y="376387"/>
                    <a:pt x="221735" y="376959"/>
                  </a:cubicBezTo>
                  <a:lnTo>
                    <a:pt x="483864" y="376959"/>
                  </a:lnTo>
                  <a:cubicBezTo>
                    <a:pt x="487893" y="376768"/>
                    <a:pt x="491845" y="375721"/>
                    <a:pt x="495484" y="374006"/>
                  </a:cubicBezTo>
                  <a:cubicBezTo>
                    <a:pt x="502761" y="370386"/>
                    <a:pt x="508133" y="363814"/>
                    <a:pt x="510248" y="355908"/>
                  </a:cubicBezTo>
                  <a:cubicBezTo>
                    <a:pt x="511248" y="351813"/>
                    <a:pt x="511600" y="347621"/>
                    <a:pt x="511296" y="343431"/>
                  </a:cubicBezTo>
                  <a:lnTo>
                    <a:pt x="511296" y="329619"/>
                  </a:lnTo>
                  <a:lnTo>
                    <a:pt x="510343" y="219224"/>
                  </a:lnTo>
                  <a:lnTo>
                    <a:pt x="509200" y="108735"/>
                  </a:lnTo>
                  <a:cubicBezTo>
                    <a:pt x="509752" y="90351"/>
                    <a:pt x="508828" y="71873"/>
                    <a:pt x="506438" y="53584"/>
                  </a:cubicBezTo>
                  <a:cubicBezTo>
                    <a:pt x="502856" y="33201"/>
                    <a:pt x="493912" y="14151"/>
                    <a:pt x="480530" y="-166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cxnSp>
          <p:nvCxnSpPr>
            <p:cNvPr id="1034" name="Google Shape;1034;p25"/>
            <p:cNvCxnSpPr/>
            <p:nvPr/>
          </p:nvCxnSpPr>
          <p:spPr>
            <a:xfrm>
              <a:off x="6160134" y="4461320"/>
              <a:ext cx="1421766" cy="0"/>
            </a:xfrm>
            <a:prstGeom prst="straightConnector1">
              <a:avLst/>
            </a:prstGeom>
            <a:noFill/>
            <a:ln cap="flat" cmpd="sng" w="19050">
              <a:solidFill>
                <a:schemeClr val="accent3"/>
              </a:solidFill>
              <a:prstDash val="solid"/>
              <a:miter lim="800000"/>
              <a:headEnd len="sm" w="sm" type="none"/>
              <a:tailEnd len="sm" w="sm" type="none"/>
            </a:ln>
          </p:spPr>
        </p:cxnSp>
      </p:grpSp>
      <p:grpSp>
        <p:nvGrpSpPr>
          <p:cNvPr id="1035" name="Google Shape;1035;p25"/>
          <p:cNvGrpSpPr/>
          <p:nvPr/>
        </p:nvGrpSpPr>
        <p:grpSpPr>
          <a:xfrm>
            <a:off x="1547520" y="4766792"/>
            <a:ext cx="4546707" cy="1332959"/>
            <a:chOff x="751369" y="3051817"/>
            <a:chExt cx="2136728" cy="1079438"/>
          </a:xfrm>
        </p:grpSpPr>
        <p:sp>
          <p:nvSpPr>
            <p:cNvPr id="1036" name="Google Shape;1036;p25"/>
            <p:cNvSpPr/>
            <p:nvPr/>
          </p:nvSpPr>
          <p:spPr>
            <a:xfrm>
              <a:off x="789537" y="3130495"/>
              <a:ext cx="2098560" cy="1000760"/>
            </a:xfrm>
            <a:prstGeom prst="roundRect">
              <a:avLst>
                <a:gd fmla="val 651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037" name="Google Shape;1037;p25"/>
            <p:cNvSpPr/>
            <p:nvPr/>
          </p:nvSpPr>
          <p:spPr>
            <a:xfrm>
              <a:off x="751369" y="3051817"/>
              <a:ext cx="2098560" cy="1000760"/>
            </a:xfrm>
            <a:prstGeom prst="roundRect">
              <a:avLst>
                <a:gd fmla="val 651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1038" name="Google Shape;1038;p25"/>
          <p:cNvSpPr txBox="1"/>
          <p:nvPr/>
        </p:nvSpPr>
        <p:spPr>
          <a:xfrm>
            <a:off x="1965663" y="5019837"/>
            <a:ext cx="1229698"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Poppins Medium"/>
                <a:ea typeface="Poppins Medium"/>
                <a:cs typeface="Poppins Medium"/>
                <a:sym typeface="Poppins Medium"/>
              </a:rPr>
              <a:t>632+</a:t>
            </a:r>
            <a:endParaRPr b="0" i="0" sz="1400" u="none" cap="none" strike="noStrike">
              <a:solidFill>
                <a:srgbClr val="000000"/>
              </a:solidFill>
              <a:latin typeface="Arial"/>
              <a:ea typeface="Arial"/>
              <a:cs typeface="Arial"/>
              <a:sym typeface="Arial"/>
            </a:endParaRPr>
          </a:p>
        </p:txBody>
      </p:sp>
      <p:sp>
        <p:nvSpPr>
          <p:cNvPr id="1039" name="Google Shape;1039;p25"/>
          <p:cNvSpPr txBox="1"/>
          <p:nvPr/>
        </p:nvSpPr>
        <p:spPr>
          <a:xfrm>
            <a:off x="1732362" y="5456201"/>
            <a:ext cx="1696298"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Active Clients</a:t>
            </a:r>
            <a:endParaRPr b="0" i="0" sz="1200" u="none" cap="none" strike="noStrike">
              <a:solidFill>
                <a:schemeClr val="dk1"/>
              </a:solidFill>
              <a:latin typeface="Poppins"/>
              <a:ea typeface="Poppins"/>
              <a:cs typeface="Poppins"/>
              <a:sym typeface="Poppins"/>
            </a:endParaRPr>
          </a:p>
        </p:txBody>
      </p:sp>
      <p:sp>
        <p:nvSpPr>
          <p:cNvPr id="1040" name="Google Shape;1040;p25"/>
          <p:cNvSpPr txBox="1"/>
          <p:nvPr/>
        </p:nvSpPr>
        <p:spPr>
          <a:xfrm>
            <a:off x="3978543" y="5019837"/>
            <a:ext cx="1461632"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Poppins Medium"/>
                <a:ea typeface="Poppins Medium"/>
                <a:cs typeface="Poppins Medium"/>
                <a:sym typeface="Poppins Medium"/>
              </a:rPr>
              <a:t>$50M+</a:t>
            </a:r>
            <a:endParaRPr b="0" i="0" sz="2800" u="none" cap="none" strike="noStrike">
              <a:solidFill>
                <a:schemeClr val="dk1"/>
              </a:solidFill>
              <a:latin typeface="Poppins Medium"/>
              <a:ea typeface="Poppins Medium"/>
              <a:cs typeface="Poppins Medium"/>
              <a:sym typeface="Poppins Medium"/>
            </a:endParaRPr>
          </a:p>
        </p:txBody>
      </p:sp>
      <p:sp>
        <p:nvSpPr>
          <p:cNvPr id="1041" name="Google Shape;1041;p25"/>
          <p:cNvSpPr txBox="1"/>
          <p:nvPr/>
        </p:nvSpPr>
        <p:spPr>
          <a:xfrm>
            <a:off x="3861209" y="5456201"/>
            <a:ext cx="1696298"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Annual Recurring</a:t>
            </a:r>
            <a:endParaRPr b="0" i="0" sz="1200" u="none" cap="none" strike="noStrike">
              <a:solidFill>
                <a:schemeClr val="dk1"/>
              </a:solidFill>
              <a:latin typeface="Poppins"/>
              <a:ea typeface="Poppins"/>
              <a:cs typeface="Poppins"/>
              <a:sym typeface="Poppins"/>
            </a:endParaRPr>
          </a:p>
        </p:txBody>
      </p:sp>
      <p:sp>
        <p:nvSpPr>
          <p:cNvPr id="1042" name="Google Shape;1042;p25"/>
          <p:cNvSpPr/>
          <p:nvPr/>
        </p:nvSpPr>
        <p:spPr>
          <a:xfrm rot="-510091">
            <a:off x="859902" y="3327171"/>
            <a:ext cx="545956" cy="634833"/>
          </a:xfrm>
          <a:custGeom>
            <a:rect b="b" l="l" r="r" t="t"/>
            <a:pathLst>
              <a:path extrusionOk="0" h="272" w="234">
                <a:moveTo>
                  <a:pt x="228" y="249"/>
                </a:moveTo>
                <a:cubicBezTo>
                  <a:pt x="188" y="231"/>
                  <a:pt x="150" y="207"/>
                  <a:pt x="118" y="177"/>
                </a:cubicBezTo>
                <a:cubicBezTo>
                  <a:pt x="123" y="168"/>
                  <a:pt x="129" y="159"/>
                  <a:pt x="135" y="150"/>
                </a:cubicBezTo>
                <a:cubicBezTo>
                  <a:pt x="138" y="153"/>
                  <a:pt x="142" y="157"/>
                  <a:pt x="145" y="161"/>
                </a:cubicBezTo>
                <a:cubicBezTo>
                  <a:pt x="157" y="172"/>
                  <a:pt x="170" y="183"/>
                  <a:pt x="183" y="194"/>
                </a:cubicBezTo>
                <a:cubicBezTo>
                  <a:pt x="188" y="197"/>
                  <a:pt x="193" y="198"/>
                  <a:pt x="197" y="194"/>
                </a:cubicBezTo>
                <a:cubicBezTo>
                  <a:pt x="201" y="190"/>
                  <a:pt x="202" y="183"/>
                  <a:pt x="197" y="180"/>
                </a:cubicBezTo>
                <a:cubicBezTo>
                  <a:pt x="179" y="165"/>
                  <a:pt x="162" y="149"/>
                  <a:pt x="146" y="132"/>
                </a:cubicBezTo>
                <a:cubicBezTo>
                  <a:pt x="157" y="115"/>
                  <a:pt x="168" y="98"/>
                  <a:pt x="179" y="81"/>
                </a:cubicBezTo>
                <a:cubicBezTo>
                  <a:pt x="186" y="70"/>
                  <a:pt x="168" y="60"/>
                  <a:pt x="161" y="71"/>
                </a:cubicBezTo>
                <a:cubicBezTo>
                  <a:pt x="152" y="86"/>
                  <a:pt x="142" y="101"/>
                  <a:pt x="132" y="117"/>
                </a:cubicBezTo>
                <a:cubicBezTo>
                  <a:pt x="126" y="110"/>
                  <a:pt x="121" y="103"/>
                  <a:pt x="116" y="96"/>
                </a:cubicBezTo>
                <a:cubicBezTo>
                  <a:pt x="128" y="80"/>
                  <a:pt x="140" y="64"/>
                  <a:pt x="153" y="49"/>
                </a:cubicBezTo>
                <a:cubicBezTo>
                  <a:pt x="157" y="44"/>
                  <a:pt x="158" y="38"/>
                  <a:pt x="153" y="34"/>
                </a:cubicBezTo>
                <a:cubicBezTo>
                  <a:pt x="150" y="31"/>
                  <a:pt x="143" y="30"/>
                  <a:pt x="139" y="34"/>
                </a:cubicBezTo>
                <a:cubicBezTo>
                  <a:pt x="127" y="49"/>
                  <a:pt x="115" y="64"/>
                  <a:pt x="103" y="79"/>
                </a:cubicBezTo>
                <a:cubicBezTo>
                  <a:pt x="97" y="70"/>
                  <a:pt x="91" y="60"/>
                  <a:pt x="85" y="50"/>
                </a:cubicBezTo>
                <a:cubicBezTo>
                  <a:pt x="77" y="36"/>
                  <a:pt x="69" y="21"/>
                  <a:pt x="62" y="6"/>
                </a:cubicBezTo>
                <a:cubicBezTo>
                  <a:pt x="60" y="1"/>
                  <a:pt x="53" y="0"/>
                  <a:pt x="49" y="2"/>
                </a:cubicBezTo>
                <a:cubicBezTo>
                  <a:pt x="44" y="5"/>
                  <a:pt x="43" y="11"/>
                  <a:pt x="45" y="16"/>
                </a:cubicBezTo>
                <a:cubicBezTo>
                  <a:pt x="58" y="44"/>
                  <a:pt x="73" y="71"/>
                  <a:pt x="91" y="96"/>
                </a:cubicBezTo>
                <a:cubicBezTo>
                  <a:pt x="84" y="106"/>
                  <a:pt x="77" y="116"/>
                  <a:pt x="71" y="126"/>
                </a:cubicBezTo>
                <a:cubicBezTo>
                  <a:pt x="64" y="117"/>
                  <a:pt x="58" y="108"/>
                  <a:pt x="52" y="99"/>
                </a:cubicBezTo>
                <a:cubicBezTo>
                  <a:pt x="40" y="80"/>
                  <a:pt x="30" y="61"/>
                  <a:pt x="21" y="40"/>
                </a:cubicBezTo>
                <a:cubicBezTo>
                  <a:pt x="19" y="35"/>
                  <a:pt x="15" y="32"/>
                  <a:pt x="9" y="33"/>
                </a:cubicBezTo>
                <a:cubicBezTo>
                  <a:pt x="4" y="34"/>
                  <a:pt x="0" y="40"/>
                  <a:pt x="2" y="45"/>
                </a:cubicBezTo>
                <a:cubicBezTo>
                  <a:pt x="16" y="81"/>
                  <a:pt x="36" y="113"/>
                  <a:pt x="59" y="143"/>
                </a:cubicBezTo>
                <a:cubicBezTo>
                  <a:pt x="44" y="168"/>
                  <a:pt x="29" y="193"/>
                  <a:pt x="16" y="219"/>
                </a:cubicBezTo>
                <a:cubicBezTo>
                  <a:pt x="10" y="230"/>
                  <a:pt x="28" y="241"/>
                  <a:pt x="34" y="229"/>
                </a:cubicBezTo>
                <a:cubicBezTo>
                  <a:pt x="46" y="205"/>
                  <a:pt x="59" y="182"/>
                  <a:pt x="73" y="159"/>
                </a:cubicBezTo>
                <a:cubicBezTo>
                  <a:pt x="79" y="166"/>
                  <a:pt x="85" y="173"/>
                  <a:pt x="92" y="180"/>
                </a:cubicBezTo>
                <a:cubicBezTo>
                  <a:pt x="77" y="204"/>
                  <a:pt x="62" y="228"/>
                  <a:pt x="47" y="252"/>
                </a:cubicBezTo>
                <a:cubicBezTo>
                  <a:pt x="40" y="262"/>
                  <a:pt x="57" y="272"/>
                  <a:pt x="64" y="262"/>
                </a:cubicBezTo>
                <a:cubicBezTo>
                  <a:pt x="78" y="239"/>
                  <a:pt x="92" y="217"/>
                  <a:pt x="107" y="194"/>
                </a:cubicBezTo>
                <a:cubicBezTo>
                  <a:pt x="123" y="209"/>
                  <a:pt x="140" y="222"/>
                  <a:pt x="158" y="234"/>
                </a:cubicBezTo>
                <a:cubicBezTo>
                  <a:pt x="177" y="246"/>
                  <a:pt x="197" y="257"/>
                  <a:pt x="218" y="266"/>
                </a:cubicBezTo>
                <a:cubicBezTo>
                  <a:pt x="223" y="268"/>
                  <a:pt x="229" y="268"/>
                  <a:pt x="232" y="263"/>
                </a:cubicBezTo>
                <a:cubicBezTo>
                  <a:pt x="234" y="258"/>
                  <a:pt x="233" y="251"/>
                  <a:pt x="228" y="249"/>
                </a:cubicBezTo>
                <a:close/>
                <a:moveTo>
                  <a:pt x="84" y="142"/>
                </a:moveTo>
                <a:cubicBezTo>
                  <a:pt x="90" y="132"/>
                  <a:pt x="97" y="123"/>
                  <a:pt x="103" y="113"/>
                </a:cubicBezTo>
                <a:cubicBezTo>
                  <a:pt x="109" y="120"/>
                  <a:pt x="115" y="128"/>
                  <a:pt x="121" y="135"/>
                </a:cubicBezTo>
                <a:cubicBezTo>
                  <a:pt x="115" y="144"/>
                  <a:pt x="109" y="153"/>
                  <a:pt x="103" y="163"/>
                </a:cubicBezTo>
                <a:cubicBezTo>
                  <a:pt x="96" y="156"/>
                  <a:pt x="90" y="149"/>
                  <a:pt x="84" y="142"/>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043" name="Google Shape;1043;p25"/>
          <p:cNvSpPr txBox="1"/>
          <p:nvPr/>
        </p:nvSpPr>
        <p:spPr>
          <a:xfrm>
            <a:off x="756125" y="2248226"/>
            <a:ext cx="3402348" cy="70814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Progress You Can Measure, Impact You Can See.</a:t>
            </a:r>
            <a:endParaRPr b="0" i="0" sz="1400" u="none" cap="none" strike="noStrike">
              <a:solidFill>
                <a:srgbClr val="000000"/>
              </a:solidFill>
              <a:latin typeface="Arial"/>
              <a:ea typeface="Arial"/>
              <a:cs typeface="Arial"/>
              <a:sym typeface="Arial"/>
            </a:endParaRPr>
          </a:p>
        </p:txBody>
      </p:sp>
      <p:pic>
        <p:nvPicPr>
          <p:cNvPr id="1044" name="Google Shape;1044;p25"/>
          <p:cNvPicPr preferRelativeResize="0"/>
          <p:nvPr/>
        </p:nvPicPr>
        <p:blipFill rotWithShape="1">
          <a:blip r:embed="rId3">
            <a:alphaModFix/>
          </a:blip>
          <a:srcRect b="19131" l="8977" r="6165" t="17408"/>
          <a:stretch/>
        </p:blipFill>
        <p:spPr>
          <a:xfrm>
            <a:off x="4320064" y="1571364"/>
            <a:ext cx="3414633" cy="2553724"/>
          </a:xfrm>
          <a:custGeom>
            <a:rect b="b" l="l" r="r" t="t"/>
            <a:pathLst>
              <a:path extrusionOk="0" h="2553724" w="3414633">
                <a:moveTo>
                  <a:pt x="78357" y="0"/>
                </a:moveTo>
                <a:lnTo>
                  <a:pt x="3336276" y="0"/>
                </a:lnTo>
                <a:cubicBezTo>
                  <a:pt x="3379551" y="0"/>
                  <a:pt x="3414633" y="35082"/>
                  <a:pt x="3414633" y="78357"/>
                </a:cubicBezTo>
                <a:lnTo>
                  <a:pt x="3414633" y="1629214"/>
                </a:lnTo>
                <a:cubicBezTo>
                  <a:pt x="3414633" y="2139806"/>
                  <a:pt x="3000715" y="2553724"/>
                  <a:pt x="2490123" y="2553724"/>
                </a:cubicBezTo>
                <a:lnTo>
                  <a:pt x="78357" y="2553724"/>
                </a:lnTo>
                <a:cubicBezTo>
                  <a:pt x="35082" y="2553724"/>
                  <a:pt x="0" y="2518642"/>
                  <a:pt x="0" y="2475367"/>
                </a:cubicBezTo>
                <a:cubicBezTo>
                  <a:pt x="0" y="2475329"/>
                  <a:pt x="0" y="2475278"/>
                  <a:pt x="0" y="2475240"/>
                </a:cubicBezTo>
                <a:lnTo>
                  <a:pt x="0" y="78357"/>
                </a:lnTo>
                <a:cubicBezTo>
                  <a:pt x="0" y="35082"/>
                  <a:pt x="35082" y="0"/>
                  <a:pt x="78357" y="0"/>
                </a:cubicBezTo>
                <a:close/>
              </a:path>
            </a:pathLst>
          </a:cu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p26"/>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1050" name="Google Shape;1050;p26"/>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051" name="Google Shape;1051;p26"/>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052" name="Google Shape;1052;p26"/>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1053" name="Google Shape;1053;p26"/>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1054" name="Google Shape;1054;p26"/>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1055" name="Google Shape;1055;p26"/>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1056" name="Google Shape;1056;p26"/>
          <p:cNvGrpSpPr/>
          <p:nvPr/>
        </p:nvGrpSpPr>
        <p:grpSpPr>
          <a:xfrm>
            <a:off x="6997702" y="669152"/>
            <a:ext cx="95248" cy="68286"/>
            <a:chOff x="3790" y="2022"/>
            <a:chExt cx="282" cy="150"/>
          </a:xfrm>
        </p:grpSpPr>
        <p:cxnSp>
          <p:nvCxnSpPr>
            <p:cNvPr id="1057" name="Google Shape;1057;p26"/>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1058" name="Google Shape;1058;p26"/>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1059" name="Google Shape;1059;p26"/>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1060" name="Google Shape;1060;p26"/>
          <p:cNvSpPr txBox="1"/>
          <p:nvPr/>
        </p:nvSpPr>
        <p:spPr>
          <a:xfrm>
            <a:off x="853480" y="1720163"/>
            <a:ext cx="3147429" cy="144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Poppins Medium"/>
                <a:ea typeface="Poppins Medium"/>
                <a:cs typeface="Poppins Medium"/>
                <a:sym typeface="Poppins Medium"/>
              </a:rPr>
              <a:t>Risk and Mitigation.</a:t>
            </a:r>
            <a:endParaRPr b="1" i="0" sz="4400" u="none" cap="none" strike="noStrike">
              <a:solidFill>
                <a:schemeClr val="dk1"/>
              </a:solidFill>
              <a:latin typeface="Poppins Medium"/>
              <a:ea typeface="Poppins Medium"/>
              <a:cs typeface="Poppins Medium"/>
              <a:sym typeface="Poppins Medium"/>
            </a:endParaRPr>
          </a:p>
        </p:txBody>
      </p:sp>
      <p:sp>
        <p:nvSpPr>
          <p:cNvPr id="1061" name="Google Shape;1061;p26"/>
          <p:cNvSpPr txBox="1"/>
          <p:nvPr/>
        </p:nvSpPr>
        <p:spPr>
          <a:xfrm>
            <a:off x="4013468" y="5032390"/>
            <a:ext cx="277242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Identify Risk</a:t>
            </a:r>
            <a:endParaRPr b="0" i="0" sz="2000" u="none" cap="none" strike="noStrike">
              <a:solidFill>
                <a:schemeClr val="dk1"/>
              </a:solidFill>
              <a:latin typeface="Poppins"/>
              <a:ea typeface="Poppins"/>
              <a:cs typeface="Poppins"/>
              <a:sym typeface="Poppins"/>
            </a:endParaRPr>
          </a:p>
        </p:txBody>
      </p:sp>
      <p:sp>
        <p:nvSpPr>
          <p:cNvPr id="1062" name="Google Shape;1062;p26"/>
          <p:cNvSpPr txBox="1"/>
          <p:nvPr/>
        </p:nvSpPr>
        <p:spPr>
          <a:xfrm>
            <a:off x="4013466" y="5498375"/>
            <a:ext cx="2784208"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 Mountains she had.</a:t>
            </a:r>
            <a:endParaRPr b="0" i="0" sz="1400" u="none" cap="none" strike="noStrike">
              <a:solidFill>
                <a:srgbClr val="000000"/>
              </a:solidFill>
              <a:latin typeface="Arial"/>
              <a:ea typeface="Arial"/>
              <a:cs typeface="Arial"/>
              <a:sym typeface="Arial"/>
            </a:endParaRPr>
          </a:p>
        </p:txBody>
      </p:sp>
      <p:sp>
        <p:nvSpPr>
          <p:cNvPr id="1063" name="Google Shape;1063;p26"/>
          <p:cNvSpPr txBox="1"/>
          <p:nvPr/>
        </p:nvSpPr>
        <p:spPr>
          <a:xfrm>
            <a:off x="7374970" y="5032390"/>
            <a:ext cx="277242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Control Risk</a:t>
            </a:r>
            <a:endParaRPr b="0" i="0" sz="2000" u="none" cap="none" strike="noStrike">
              <a:solidFill>
                <a:schemeClr val="dk1"/>
              </a:solidFill>
              <a:latin typeface="Poppins"/>
              <a:ea typeface="Poppins"/>
              <a:cs typeface="Poppins"/>
              <a:sym typeface="Poppins"/>
            </a:endParaRPr>
          </a:p>
        </p:txBody>
      </p:sp>
      <p:sp>
        <p:nvSpPr>
          <p:cNvPr id="1064" name="Google Shape;1064;p26"/>
          <p:cNvSpPr txBox="1"/>
          <p:nvPr/>
        </p:nvSpPr>
        <p:spPr>
          <a:xfrm>
            <a:off x="7374968" y="5498375"/>
            <a:ext cx="2784208"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 Mountains she had.</a:t>
            </a:r>
            <a:endParaRPr b="0" i="0" sz="1400" u="none" cap="none" strike="noStrike">
              <a:solidFill>
                <a:srgbClr val="000000"/>
              </a:solidFill>
              <a:latin typeface="Arial"/>
              <a:ea typeface="Arial"/>
              <a:cs typeface="Arial"/>
              <a:sym typeface="Arial"/>
            </a:endParaRPr>
          </a:p>
        </p:txBody>
      </p:sp>
      <p:grpSp>
        <p:nvGrpSpPr>
          <p:cNvPr id="1065" name="Google Shape;1065;p26"/>
          <p:cNvGrpSpPr/>
          <p:nvPr/>
        </p:nvGrpSpPr>
        <p:grpSpPr>
          <a:xfrm>
            <a:off x="6564429" y="1583531"/>
            <a:ext cx="4616584" cy="2324100"/>
            <a:chOff x="751369" y="3051817"/>
            <a:chExt cx="2149428" cy="1059722"/>
          </a:xfrm>
        </p:grpSpPr>
        <p:sp>
          <p:nvSpPr>
            <p:cNvPr id="1066" name="Google Shape;1066;p26"/>
            <p:cNvSpPr/>
            <p:nvPr/>
          </p:nvSpPr>
          <p:spPr>
            <a:xfrm>
              <a:off x="802237" y="3110779"/>
              <a:ext cx="2098560" cy="1000760"/>
            </a:xfrm>
            <a:prstGeom prst="roundRect">
              <a:avLst>
                <a:gd fmla="val 651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067" name="Google Shape;1067;p26"/>
            <p:cNvSpPr/>
            <p:nvPr/>
          </p:nvSpPr>
          <p:spPr>
            <a:xfrm>
              <a:off x="751369" y="3051817"/>
              <a:ext cx="2098560" cy="1000760"/>
            </a:xfrm>
            <a:prstGeom prst="roundRect">
              <a:avLst>
                <a:gd fmla="val 651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grpSp>
        <p:nvGrpSpPr>
          <p:cNvPr id="1068" name="Google Shape;1068;p26"/>
          <p:cNvGrpSpPr/>
          <p:nvPr/>
        </p:nvGrpSpPr>
        <p:grpSpPr>
          <a:xfrm>
            <a:off x="6917292" y="1852771"/>
            <a:ext cx="335519" cy="1673547"/>
            <a:chOff x="9139549" y="2207748"/>
            <a:chExt cx="898525" cy="1344044"/>
          </a:xfrm>
        </p:grpSpPr>
        <p:sp>
          <p:nvSpPr>
            <p:cNvPr id="1069" name="Google Shape;1069;p26"/>
            <p:cNvSpPr/>
            <p:nvPr/>
          </p:nvSpPr>
          <p:spPr>
            <a:xfrm>
              <a:off x="9139549" y="2207748"/>
              <a:ext cx="898525" cy="1344044"/>
            </a:xfrm>
            <a:prstGeom prst="roundRect">
              <a:avLst>
                <a:gd fmla="val 9734"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070" name="Google Shape;1070;p26"/>
            <p:cNvSpPr/>
            <p:nvPr/>
          </p:nvSpPr>
          <p:spPr>
            <a:xfrm>
              <a:off x="9139549" y="2792665"/>
              <a:ext cx="898525" cy="759127"/>
            </a:xfrm>
            <a:prstGeom prst="roundRect">
              <a:avLst>
                <a:gd fmla="val 9734" name="adj"/>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grpSp>
        <p:nvGrpSpPr>
          <p:cNvPr id="1071" name="Google Shape;1071;p26"/>
          <p:cNvGrpSpPr/>
          <p:nvPr/>
        </p:nvGrpSpPr>
        <p:grpSpPr>
          <a:xfrm>
            <a:off x="7374969" y="1852772"/>
            <a:ext cx="335520" cy="1673547"/>
            <a:chOff x="9139547" y="2207749"/>
            <a:chExt cx="898527" cy="1344044"/>
          </a:xfrm>
        </p:grpSpPr>
        <p:sp>
          <p:nvSpPr>
            <p:cNvPr id="1072" name="Google Shape;1072;p26"/>
            <p:cNvSpPr/>
            <p:nvPr/>
          </p:nvSpPr>
          <p:spPr>
            <a:xfrm>
              <a:off x="9139547" y="2207749"/>
              <a:ext cx="898525" cy="1344044"/>
            </a:xfrm>
            <a:prstGeom prst="roundRect">
              <a:avLst>
                <a:gd fmla="val 9734"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073" name="Google Shape;1073;p26"/>
            <p:cNvSpPr/>
            <p:nvPr/>
          </p:nvSpPr>
          <p:spPr>
            <a:xfrm>
              <a:off x="9139552" y="2569098"/>
              <a:ext cx="898522" cy="982694"/>
            </a:xfrm>
            <a:prstGeom prst="roundRect">
              <a:avLst>
                <a:gd fmla="val 9734" name="adj"/>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grpSp>
        <p:nvGrpSpPr>
          <p:cNvPr id="1074" name="Google Shape;1074;p26"/>
          <p:cNvGrpSpPr/>
          <p:nvPr/>
        </p:nvGrpSpPr>
        <p:grpSpPr>
          <a:xfrm>
            <a:off x="7832644" y="1852771"/>
            <a:ext cx="335519" cy="1673547"/>
            <a:chOff x="9139549" y="2207748"/>
            <a:chExt cx="898525" cy="1344044"/>
          </a:xfrm>
        </p:grpSpPr>
        <p:sp>
          <p:nvSpPr>
            <p:cNvPr id="1075" name="Google Shape;1075;p26"/>
            <p:cNvSpPr/>
            <p:nvPr/>
          </p:nvSpPr>
          <p:spPr>
            <a:xfrm>
              <a:off x="9139549" y="2207748"/>
              <a:ext cx="898525" cy="1344044"/>
            </a:xfrm>
            <a:prstGeom prst="roundRect">
              <a:avLst>
                <a:gd fmla="val 9734"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076" name="Google Shape;1076;p26"/>
            <p:cNvSpPr/>
            <p:nvPr/>
          </p:nvSpPr>
          <p:spPr>
            <a:xfrm>
              <a:off x="9139549" y="3104623"/>
              <a:ext cx="898525" cy="447169"/>
            </a:xfrm>
            <a:prstGeom prst="roundRect">
              <a:avLst>
                <a:gd fmla="val 9734" name="adj"/>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grpSp>
        <p:nvGrpSpPr>
          <p:cNvPr id="1077" name="Google Shape;1077;p26"/>
          <p:cNvGrpSpPr/>
          <p:nvPr/>
        </p:nvGrpSpPr>
        <p:grpSpPr>
          <a:xfrm>
            <a:off x="8290321" y="1852771"/>
            <a:ext cx="335519" cy="1673548"/>
            <a:chOff x="9139549" y="2207748"/>
            <a:chExt cx="898525" cy="1344045"/>
          </a:xfrm>
        </p:grpSpPr>
        <p:sp>
          <p:nvSpPr>
            <p:cNvPr id="1078" name="Google Shape;1078;p26"/>
            <p:cNvSpPr/>
            <p:nvPr/>
          </p:nvSpPr>
          <p:spPr>
            <a:xfrm>
              <a:off x="9139549" y="2207748"/>
              <a:ext cx="898525" cy="1344044"/>
            </a:xfrm>
            <a:prstGeom prst="roundRect">
              <a:avLst>
                <a:gd fmla="val 9734"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079" name="Google Shape;1079;p26"/>
            <p:cNvSpPr/>
            <p:nvPr/>
          </p:nvSpPr>
          <p:spPr>
            <a:xfrm>
              <a:off x="9139549" y="2683483"/>
              <a:ext cx="898525" cy="868310"/>
            </a:xfrm>
            <a:prstGeom prst="roundRect">
              <a:avLst>
                <a:gd fmla="val 9734" name="adj"/>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1080" name="Google Shape;1080;p26"/>
          <p:cNvSpPr txBox="1"/>
          <p:nvPr/>
        </p:nvSpPr>
        <p:spPr>
          <a:xfrm>
            <a:off x="8842398" y="1920218"/>
            <a:ext cx="115859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Poppins Medium"/>
                <a:ea typeface="Poppins Medium"/>
                <a:cs typeface="Poppins Medium"/>
                <a:sym typeface="Poppins Medium"/>
              </a:rPr>
              <a:t>$10M</a:t>
            </a:r>
            <a:endParaRPr b="0" i="0" sz="2800" u="none" cap="none" strike="noStrike">
              <a:solidFill>
                <a:schemeClr val="dk1"/>
              </a:solidFill>
              <a:latin typeface="Poppins Medium"/>
              <a:ea typeface="Poppins Medium"/>
              <a:cs typeface="Poppins Medium"/>
              <a:sym typeface="Poppins Medium"/>
            </a:endParaRPr>
          </a:p>
        </p:txBody>
      </p:sp>
      <p:sp>
        <p:nvSpPr>
          <p:cNvPr id="1081" name="Google Shape;1081;p26"/>
          <p:cNvSpPr txBox="1"/>
          <p:nvPr/>
        </p:nvSpPr>
        <p:spPr>
          <a:xfrm>
            <a:off x="8842396" y="2658521"/>
            <a:ext cx="1910164" cy="89716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 Mountains she had.</a:t>
            </a:r>
            <a:endParaRPr b="0" i="0" sz="1400" u="none" cap="none" strike="noStrike">
              <a:solidFill>
                <a:srgbClr val="000000"/>
              </a:solidFill>
              <a:latin typeface="Arial"/>
              <a:ea typeface="Arial"/>
              <a:cs typeface="Arial"/>
              <a:sym typeface="Arial"/>
            </a:endParaRPr>
          </a:p>
        </p:txBody>
      </p:sp>
      <p:sp>
        <p:nvSpPr>
          <p:cNvPr id="1082" name="Google Shape;1082;p26"/>
          <p:cNvSpPr/>
          <p:nvPr/>
        </p:nvSpPr>
        <p:spPr>
          <a:xfrm>
            <a:off x="3632609" y="1669798"/>
            <a:ext cx="387687" cy="538596"/>
          </a:xfrm>
          <a:custGeom>
            <a:rect b="b" l="l" r="r" t="t"/>
            <a:pathLst>
              <a:path extrusionOk="0" h="560125" w="403184">
                <a:moveTo>
                  <a:pt x="6479" y="294415"/>
                </a:moveTo>
                <a:lnTo>
                  <a:pt x="255368" y="6950"/>
                </a:lnTo>
                <a:cubicBezTo>
                  <a:pt x="263759" y="-2480"/>
                  <a:pt x="278209" y="-3318"/>
                  <a:pt x="287638" y="5083"/>
                </a:cubicBezTo>
                <a:cubicBezTo>
                  <a:pt x="293125" y="9960"/>
                  <a:pt x="295925" y="17170"/>
                  <a:pt x="295182" y="24476"/>
                </a:cubicBezTo>
                <a:lnTo>
                  <a:pt x="269179" y="182687"/>
                </a:lnTo>
                <a:cubicBezTo>
                  <a:pt x="268208" y="192592"/>
                  <a:pt x="273751" y="201993"/>
                  <a:pt x="282895" y="205928"/>
                </a:cubicBezTo>
                <a:lnTo>
                  <a:pt x="389956" y="252028"/>
                </a:lnTo>
                <a:cubicBezTo>
                  <a:pt x="401576" y="256972"/>
                  <a:pt x="406977" y="270402"/>
                  <a:pt x="402034" y="282013"/>
                </a:cubicBezTo>
                <a:cubicBezTo>
                  <a:pt x="401005" y="284442"/>
                  <a:pt x="399557" y="286671"/>
                  <a:pt x="397767" y="288604"/>
                </a:cubicBezTo>
                <a:lnTo>
                  <a:pt x="155260" y="552066"/>
                </a:lnTo>
                <a:cubicBezTo>
                  <a:pt x="146640" y="561362"/>
                  <a:pt x="132114" y="561915"/>
                  <a:pt x="122818" y="553304"/>
                </a:cubicBezTo>
                <a:cubicBezTo>
                  <a:pt x="117417" y="548294"/>
                  <a:pt x="114741" y="540998"/>
                  <a:pt x="115636" y="533683"/>
                </a:cubicBezTo>
                <a:lnTo>
                  <a:pt x="132876" y="396713"/>
                </a:lnTo>
                <a:cubicBezTo>
                  <a:pt x="134124" y="386379"/>
                  <a:pt x="128323" y="376472"/>
                  <a:pt x="118684" y="372520"/>
                </a:cubicBezTo>
                <a:lnTo>
                  <a:pt x="15433" y="330991"/>
                </a:lnTo>
                <a:cubicBezTo>
                  <a:pt x="3631" y="326504"/>
                  <a:pt x="-2303" y="313302"/>
                  <a:pt x="2174" y="301501"/>
                </a:cubicBezTo>
                <a:cubicBezTo>
                  <a:pt x="3164" y="298901"/>
                  <a:pt x="4622" y="296500"/>
                  <a:pt x="6479" y="29441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nvGrpSpPr>
          <p:cNvPr id="1083" name="Google Shape;1083;p26"/>
          <p:cNvGrpSpPr/>
          <p:nvPr/>
        </p:nvGrpSpPr>
        <p:grpSpPr>
          <a:xfrm>
            <a:off x="3448629" y="4631037"/>
            <a:ext cx="5098471" cy="130308"/>
            <a:chOff x="3991082" y="4414503"/>
            <a:chExt cx="4565293" cy="116681"/>
          </a:xfrm>
        </p:grpSpPr>
        <p:cxnSp>
          <p:nvCxnSpPr>
            <p:cNvPr id="1084" name="Google Shape;1084;p26"/>
            <p:cNvCxnSpPr/>
            <p:nvPr/>
          </p:nvCxnSpPr>
          <p:spPr>
            <a:xfrm>
              <a:off x="3991082" y="4472843"/>
              <a:ext cx="4565293" cy="0"/>
            </a:xfrm>
            <a:prstGeom prst="straightConnector1">
              <a:avLst/>
            </a:prstGeom>
            <a:noFill/>
            <a:ln cap="flat" cmpd="sng" w="19050">
              <a:solidFill>
                <a:schemeClr val="accent3"/>
              </a:solidFill>
              <a:prstDash val="solid"/>
              <a:miter lim="800000"/>
              <a:headEnd len="sm" w="sm" type="none"/>
              <a:tailEnd len="sm" w="sm" type="none"/>
            </a:ln>
          </p:spPr>
        </p:cxnSp>
        <p:sp>
          <p:nvSpPr>
            <p:cNvPr id="1085" name="Google Shape;1085;p26"/>
            <p:cNvSpPr/>
            <p:nvPr/>
          </p:nvSpPr>
          <p:spPr>
            <a:xfrm>
              <a:off x="4597701" y="4414503"/>
              <a:ext cx="116681" cy="116681"/>
            </a:xfrm>
            <a:prstGeom prst="ellipse">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086" name="Google Shape;1086;p26"/>
            <p:cNvSpPr/>
            <p:nvPr/>
          </p:nvSpPr>
          <p:spPr>
            <a:xfrm>
              <a:off x="7657035" y="4414503"/>
              <a:ext cx="116681" cy="116681"/>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1087" name="Google Shape;1087;p26"/>
          <p:cNvSpPr/>
          <p:nvPr>
            <p:ph idx="2" type="pic"/>
          </p:nvPr>
        </p:nvSpPr>
        <p:spPr>
          <a:xfrm>
            <a:off x="1014845" y="3895725"/>
            <a:ext cx="2590368" cy="2265905"/>
          </a:xfrm>
          <a:prstGeom prst="roundRect">
            <a:avLst>
              <a:gd fmla="val 4111" name="adj"/>
            </a:avLst>
          </a:prstGeom>
          <a:solidFill>
            <a:schemeClr val="lt1"/>
          </a:solidFill>
          <a:ln>
            <a:noFill/>
          </a:ln>
        </p:spPr>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27"/>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1093" name="Google Shape;1093;p27"/>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094" name="Google Shape;1094;p27"/>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095" name="Google Shape;1095;p27"/>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1096" name="Google Shape;1096;p27"/>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1097" name="Google Shape;1097;p27"/>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1098" name="Google Shape;1098;p27"/>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1099" name="Google Shape;1099;p27"/>
          <p:cNvGrpSpPr/>
          <p:nvPr/>
        </p:nvGrpSpPr>
        <p:grpSpPr>
          <a:xfrm>
            <a:off x="6997702" y="669152"/>
            <a:ext cx="95248" cy="68286"/>
            <a:chOff x="3790" y="2022"/>
            <a:chExt cx="282" cy="150"/>
          </a:xfrm>
        </p:grpSpPr>
        <p:cxnSp>
          <p:nvCxnSpPr>
            <p:cNvPr id="1100" name="Google Shape;1100;p27"/>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1101" name="Google Shape;1101;p27"/>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1102" name="Google Shape;1102;p27"/>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1103" name="Google Shape;1103;p27"/>
          <p:cNvSpPr txBox="1"/>
          <p:nvPr/>
        </p:nvSpPr>
        <p:spPr>
          <a:xfrm>
            <a:off x="602564" y="1381589"/>
            <a:ext cx="4485394" cy="144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Poppins Medium"/>
                <a:ea typeface="Poppins Medium"/>
                <a:cs typeface="Poppins Medium"/>
                <a:sym typeface="Poppins Medium"/>
              </a:rPr>
              <a:t>Funding Requirements.</a:t>
            </a:r>
            <a:endParaRPr b="1" i="0" sz="4400" u="none" cap="none" strike="noStrike">
              <a:solidFill>
                <a:schemeClr val="dk1"/>
              </a:solidFill>
              <a:latin typeface="Poppins Medium"/>
              <a:ea typeface="Poppins Medium"/>
              <a:cs typeface="Poppins Medium"/>
              <a:sym typeface="Poppins Medium"/>
            </a:endParaRPr>
          </a:p>
        </p:txBody>
      </p:sp>
      <p:grpSp>
        <p:nvGrpSpPr>
          <p:cNvPr id="1104" name="Google Shape;1104;p27"/>
          <p:cNvGrpSpPr/>
          <p:nvPr/>
        </p:nvGrpSpPr>
        <p:grpSpPr>
          <a:xfrm>
            <a:off x="5760512" y="1794500"/>
            <a:ext cx="5702435" cy="4405489"/>
            <a:chOff x="751369" y="3051817"/>
            <a:chExt cx="2149417" cy="1023478"/>
          </a:xfrm>
        </p:grpSpPr>
        <p:sp>
          <p:nvSpPr>
            <p:cNvPr id="1105" name="Google Shape;1105;p27"/>
            <p:cNvSpPr/>
            <p:nvPr/>
          </p:nvSpPr>
          <p:spPr>
            <a:xfrm>
              <a:off x="802226" y="3074535"/>
              <a:ext cx="2098560" cy="1000760"/>
            </a:xfrm>
            <a:prstGeom prst="roundRect">
              <a:avLst>
                <a:gd fmla="val 651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106" name="Google Shape;1106;p27"/>
            <p:cNvSpPr/>
            <p:nvPr/>
          </p:nvSpPr>
          <p:spPr>
            <a:xfrm>
              <a:off x="751369" y="3051817"/>
              <a:ext cx="2098560" cy="1000760"/>
            </a:xfrm>
            <a:prstGeom prst="roundRect">
              <a:avLst>
                <a:gd fmla="val 651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grpSp>
        <p:nvGrpSpPr>
          <p:cNvPr id="1107" name="Google Shape;1107;p27"/>
          <p:cNvGrpSpPr/>
          <p:nvPr/>
        </p:nvGrpSpPr>
        <p:grpSpPr>
          <a:xfrm>
            <a:off x="904745" y="5076822"/>
            <a:ext cx="5019415" cy="777951"/>
            <a:chOff x="5029200" y="3266694"/>
            <a:chExt cx="2135599" cy="330993"/>
          </a:xfrm>
        </p:grpSpPr>
        <p:sp>
          <p:nvSpPr>
            <p:cNvPr id="1108" name="Google Shape;1108;p27"/>
            <p:cNvSpPr/>
            <p:nvPr/>
          </p:nvSpPr>
          <p:spPr>
            <a:xfrm>
              <a:off x="5029200" y="3266694"/>
              <a:ext cx="825627" cy="9525"/>
            </a:xfrm>
            <a:custGeom>
              <a:rect b="b" l="l" r="r" t="t"/>
              <a:pathLst>
                <a:path extrusionOk="0" h="9525" w="825627">
                  <a:moveTo>
                    <a:pt x="825627" y="0"/>
                  </a:moveTo>
                  <a:lnTo>
                    <a:pt x="0" y="0"/>
                  </a:lnTo>
                </a:path>
              </a:pathLst>
            </a:custGeom>
            <a:noFill/>
            <a:ln cap="flat" cmpd="sng" w="18275">
              <a:solidFill>
                <a:srgbClr val="12113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109" name="Google Shape;1109;p27"/>
            <p:cNvSpPr/>
            <p:nvPr/>
          </p:nvSpPr>
          <p:spPr>
            <a:xfrm>
              <a:off x="5389817" y="3266694"/>
              <a:ext cx="1774982" cy="330993"/>
            </a:xfrm>
            <a:custGeom>
              <a:rect b="b" l="l" r="r" t="t"/>
              <a:pathLst>
                <a:path extrusionOk="0" h="330993" w="1774982">
                  <a:moveTo>
                    <a:pt x="106410" y="-1767"/>
                  </a:moveTo>
                  <a:cubicBezTo>
                    <a:pt x="95076" y="18235"/>
                    <a:pt x="86312" y="39476"/>
                    <a:pt x="80216" y="61669"/>
                  </a:cubicBezTo>
                  <a:cubicBezTo>
                    <a:pt x="74311" y="82434"/>
                    <a:pt x="70025" y="103674"/>
                    <a:pt x="67358" y="125106"/>
                  </a:cubicBezTo>
                  <a:cubicBezTo>
                    <a:pt x="64786" y="146157"/>
                    <a:pt x="63643" y="167397"/>
                    <a:pt x="63738" y="188638"/>
                  </a:cubicBezTo>
                  <a:lnTo>
                    <a:pt x="63261" y="252075"/>
                  </a:lnTo>
                  <a:lnTo>
                    <a:pt x="63261" y="283793"/>
                  </a:lnTo>
                  <a:lnTo>
                    <a:pt x="63261" y="287698"/>
                  </a:lnTo>
                  <a:cubicBezTo>
                    <a:pt x="63166" y="288650"/>
                    <a:pt x="63166" y="289507"/>
                    <a:pt x="63261" y="290460"/>
                  </a:cubicBezTo>
                  <a:cubicBezTo>
                    <a:pt x="63452" y="292365"/>
                    <a:pt x="63929" y="294174"/>
                    <a:pt x="64595" y="295889"/>
                  </a:cubicBezTo>
                  <a:cubicBezTo>
                    <a:pt x="65833" y="299509"/>
                    <a:pt x="68024" y="302843"/>
                    <a:pt x="70882" y="305414"/>
                  </a:cubicBezTo>
                  <a:cubicBezTo>
                    <a:pt x="73644" y="307796"/>
                    <a:pt x="76883" y="309510"/>
                    <a:pt x="80407" y="310463"/>
                  </a:cubicBezTo>
                  <a:cubicBezTo>
                    <a:pt x="82311" y="310843"/>
                    <a:pt x="84312" y="311034"/>
                    <a:pt x="86217" y="311034"/>
                  </a:cubicBezTo>
                  <a:lnTo>
                    <a:pt x="94218" y="311034"/>
                  </a:lnTo>
                  <a:lnTo>
                    <a:pt x="125937" y="311034"/>
                  </a:lnTo>
                  <a:lnTo>
                    <a:pt x="252904" y="311986"/>
                  </a:lnTo>
                  <a:lnTo>
                    <a:pt x="760587" y="314177"/>
                  </a:lnTo>
                  <a:lnTo>
                    <a:pt x="1268365" y="314177"/>
                  </a:lnTo>
                  <a:lnTo>
                    <a:pt x="1522206" y="312938"/>
                  </a:lnTo>
                  <a:cubicBezTo>
                    <a:pt x="1606912" y="312558"/>
                    <a:pt x="1691561" y="311891"/>
                    <a:pt x="1776142" y="310939"/>
                  </a:cubicBezTo>
                  <a:lnTo>
                    <a:pt x="1776142" y="329227"/>
                  </a:lnTo>
                  <a:cubicBezTo>
                    <a:pt x="1691437" y="328179"/>
                    <a:pt x="1606788" y="327512"/>
                    <a:pt x="1522206" y="327226"/>
                  </a:cubicBezTo>
                  <a:lnTo>
                    <a:pt x="1268365" y="325893"/>
                  </a:lnTo>
                  <a:lnTo>
                    <a:pt x="760587" y="325893"/>
                  </a:lnTo>
                  <a:lnTo>
                    <a:pt x="252904" y="328179"/>
                  </a:lnTo>
                  <a:lnTo>
                    <a:pt x="125937" y="329132"/>
                  </a:lnTo>
                  <a:lnTo>
                    <a:pt x="94218" y="329132"/>
                  </a:lnTo>
                  <a:lnTo>
                    <a:pt x="86217" y="329132"/>
                  </a:lnTo>
                  <a:cubicBezTo>
                    <a:pt x="82979" y="329132"/>
                    <a:pt x="79835" y="328750"/>
                    <a:pt x="76692" y="328179"/>
                  </a:cubicBezTo>
                  <a:cubicBezTo>
                    <a:pt x="69930" y="326750"/>
                    <a:pt x="63738" y="323702"/>
                    <a:pt x="58403" y="319321"/>
                  </a:cubicBezTo>
                  <a:cubicBezTo>
                    <a:pt x="53165" y="314844"/>
                    <a:pt x="49069" y="309225"/>
                    <a:pt x="46497" y="302843"/>
                  </a:cubicBezTo>
                  <a:cubicBezTo>
                    <a:pt x="45259" y="299794"/>
                    <a:pt x="44402" y="296556"/>
                    <a:pt x="43926" y="293318"/>
                  </a:cubicBezTo>
                  <a:cubicBezTo>
                    <a:pt x="43831" y="291602"/>
                    <a:pt x="43831" y="289889"/>
                    <a:pt x="43926" y="288174"/>
                  </a:cubicBezTo>
                  <a:lnTo>
                    <a:pt x="43926" y="284079"/>
                  </a:lnTo>
                  <a:lnTo>
                    <a:pt x="43926" y="252360"/>
                  </a:lnTo>
                  <a:lnTo>
                    <a:pt x="43926" y="188924"/>
                  </a:lnTo>
                  <a:cubicBezTo>
                    <a:pt x="44022" y="167682"/>
                    <a:pt x="42784" y="146442"/>
                    <a:pt x="40212" y="125392"/>
                  </a:cubicBezTo>
                  <a:cubicBezTo>
                    <a:pt x="37544" y="103960"/>
                    <a:pt x="33259" y="82720"/>
                    <a:pt x="27353" y="61955"/>
                  </a:cubicBezTo>
                  <a:cubicBezTo>
                    <a:pt x="21352" y="39762"/>
                    <a:pt x="12589" y="18426"/>
                    <a:pt x="1159" y="-1481"/>
                  </a:cubicBezTo>
                  <a:close/>
                </a:path>
              </a:pathLst>
            </a:custGeom>
            <a:solidFill>
              <a:srgbClr val="12113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
        <p:nvSpPr>
          <p:cNvPr id="1110" name="Google Shape;1110;p27"/>
          <p:cNvSpPr txBox="1"/>
          <p:nvPr/>
        </p:nvSpPr>
        <p:spPr>
          <a:xfrm>
            <a:off x="6096000" y="2106149"/>
            <a:ext cx="270132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Poppins"/>
                <a:ea typeface="Poppins"/>
                <a:cs typeface="Poppins"/>
                <a:sym typeface="Poppins"/>
              </a:rPr>
              <a:t>Use of Founds</a:t>
            </a:r>
            <a:endParaRPr b="0" i="0" sz="2000" u="none" cap="none" strike="noStrike">
              <a:solidFill>
                <a:schemeClr val="lt1"/>
              </a:solidFill>
              <a:latin typeface="Poppins Medium"/>
              <a:ea typeface="Poppins Medium"/>
              <a:cs typeface="Poppins Medium"/>
              <a:sym typeface="Poppins Medium"/>
            </a:endParaRPr>
          </a:p>
        </p:txBody>
      </p:sp>
      <p:sp>
        <p:nvSpPr>
          <p:cNvPr id="1111" name="Google Shape;1111;p27"/>
          <p:cNvSpPr txBox="1"/>
          <p:nvPr/>
        </p:nvSpPr>
        <p:spPr>
          <a:xfrm>
            <a:off x="602566" y="3382354"/>
            <a:ext cx="277242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Expense Breakdown</a:t>
            </a:r>
            <a:endParaRPr b="0" i="0" sz="2000" u="none" cap="none" strike="noStrike">
              <a:solidFill>
                <a:schemeClr val="dk1"/>
              </a:solidFill>
              <a:latin typeface="Poppins"/>
              <a:ea typeface="Poppins"/>
              <a:cs typeface="Poppins"/>
              <a:sym typeface="Poppins"/>
            </a:endParaRPr>
          </a:p>
        </p:txBody>
      </p:sp>
      <p:sp>
        <p:nvSpPr>
          <p:cNvPr id="1112" name="Google Shape;1112;p27"/>
          <p:cNvSpPr txBox="1"/>
          <p:nvPr/>
        </p:nvSpPr>
        <p:spPr>
          <a:xfrm>
            <a:off x="602564" y="3782464"/>
            <a:ext cx="3448736" cy="89716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A small river named Duden flows by their place and supplies it with the necessary regelialia. It isparadisematic.</a:t>
            </a:r>
            <a:endParaRPr b="0" i="0" sz="1200" u="none" cap="none" strike="noStrike">
              <a:solidFill>
                <a:schemeClr val="dk1"/>
              </a:solidFill>
              <a:latin typeface="Poppins"/>
              <a:ea typeface="Poppins"/>
              <a:cs typeface="Poppins"/>
              <a:sym typeface="Poppins"/>
            </a:endParaRPr>
          </a:p>
        </p:txBody>
      </p:sp>
      <p:grpSp>
        <p:nvGrpSpPr>
          <p:cNvPr id="1113" name="Google Shape;1113;p27"/>
          <p:cNvGrpSpPr/>
          <p:nvPr/>
        </p:nvGrpSpPr>
        <p:grpSpPr>
          <a:xfrm>
            <a:off x="4333585" y="4600764"/>
            <a:ext cx="952116" cy="952116"/>
            <a:chOff x="4490901" y="4524643"/>
            <a:chExt cx="960432" cy="960432"/>
          </a:xfrm>
        </p:grpSpPr>
        <p:sp>
          <p:nvSpPr>
            <p:cNvPr id="1114" name="Google Shape;1114;p27"/>
            <p:cNvSpPr/>
            <p:nvPr/>
          </p:nvSpPr>
          <p:spPr>
            <a:xfrm rot="-7772569">
              <a:off x="4630007" y="4663749"/>
              <a:ext cx="682220" cy="6822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nvGrpSpPr>
            <p:cNvPr id="1115" name="Google Shape;1115;p27"/>
            <p:cNvGrpSpPr/>
            <p:nvPr/>
          </p:nvGrpSpPr>
          <p:grpSpPr>
            <a:xfrm rot="-9000000">
              <a:off x="4775197" y="4811139"/>
              <a:ext cx="438992" cy="266422"/>
              <a:chOff x="1165191" y="1977117"/>
              <a:chExt cx="387710" cy="235300"/>
            </a:xfrm>
          </p:grpSpPr>
          <p:sp>
            <p:nvSpPr>
              <p:cNvPr id="1116" name="Google Shape;1116;p27"/>
              <p:cNvSpPr/>
              <p:nvPr/>
            </p:nvSpPr>
            <p:spPr>
              <a:xfrm rot="1227431">
                <a:off x="1415589" y="1988489"/>
                <a:ext cx="103428" cy="212556"/>
              </a:xfrm>
              <a:custGeom>
                <a:rect b="b" l="l" r="r" t="t"/>
                <a:pathLst>
                  <a:path extrusionOk="0" h="261" w="127">
                    <a:moveTo>
                      <a:pt x="0" y="0"/>
                    </a:moveTo>
                    <a:lnTo>
                      <a:pt x="127" y="129"/>
                    </a:lnTo>
                    <a:lnTo>
                      <a:pt x="0" y="261"/>
                    </a:lnTo>
                  </a:path>
                </a:pathLst>
              </a:custGeom>
              <a:noFill/>
              <a:ln cap="flat" cmpd="sng" w="19050">
                <a:solidFill>
                  <a:schemeClr val="accent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cxnSp>
            <p:nvCxnSpPr>
              <p:cNvPr id="1117" name="Google Shape;1117;p27"/>
              <p:cNvCxnSpPr/>
              <p:nvPr/>
            </p:nvCxnSpPr>
            <p:spPr>
              <a:xfrm rot="-9572569">
                <a:off x="1153378" y="2046230"/>
                <a:ext cx="374616" cy="0"/>
              </a:xfrm>
              <a:prstGeom prst="straightConnector1">
                <a:avLst/>
              </a:prstGeom>
              <a:noFill/>
              <a:ln cap="flat" cmpd="sng" w="19050">
                <a:solidFill>
                  <a:schemeClr val="accent3"/>
                </a:solidFill>
                <a:prstDash val="solid"/>
                <a:miter lim="800000"/>
                <a:headEnd len="sm" w="sm" type="none"/>
                <a:tailEnd len="sm" w="sm" type="none"/>
              </a:ln>
            </p:spPr>
          </p:cxnSp>
        </p:grpSp>
      </p:grpSp>
      <p:grpSp>
        <p:nvGrpSpPr>
          <p:cNvPr id="1118" name="Google Shape;1118;p27"/>
          <p:cNvGrpSpPr/>
          <p:nvPr/>
        </p:nvGrpSpPr>
        <p:grpSpPr>
          <a:xfrm>
            <a:off x="6504400" y="2968950"/>
            <a:ext cx="4281300" cy="2419725"/>
            <a:chOff x="6504400" y="2968950"/>
            <a:chExt cx="4281300" cy="2419725"/>
          </a:xfrm>
        </p:grpSpPr>
        <p:cxnSp>
          <p:nvCxnSpPr>
            <p:cNvPr id="1119" name="Google Shape;1119;p27"/>
            <p:cNvCxnSpPr/>
            <p:nvPr/>
          </p:nvCxnSpPr>
          <p:spPr>
            <a:xfrm>
              <a:off x="6504400" y="2968950"/>
              <a:ext cx="4281300" cy="0"/>
            </a:xfrm>
            <a:prstGeom prst="straightConnector1">
              <a:avLst/>
            </a:prstGeom>
            <a:noFill/>
            <a:ln cap="flat" cmpd="sng" w="9525">
              <a:solidFill>
                <a:schemeClr val="lt2"/>
              </a:solidFill>
              <a:prstDash val="solid"/>
              <a:round/>
              <a:headEnd len="sm" w="sm" type="none"/>
              <a:tailEnd len="sm" w="sm" type="none"/>
            </a:ln>
          </p:spPr>
        </p:cxnSp>
        <p:cxnSp>
          <p:nvCxnSpPr>
            <p:cNvPr id="1120" name="Google Shape;1120;p27"/>
            <p:cNvCxnSpPr/>
            <p:nvPr/>
          </p:nvCxnSpPr>
          <p:spPr>
            <a:xfrm>
              <a:off x="6504400" y="3314625"/>
              <a:ext cx="4281300" cy="0"/>
            </a:xfrm>
            <a:prstGeom prst="straightConnector1">
              <a:avLst/>
            </a:prstGeom>
            <a:noFill/>
            <a:ln cap="flat" cmpd="sng" w="9525">
              <a:solidFill>
                <a:schemeClr val="lt2"/>
              </a:solidFill>
              <a:prstDash val="solid"/>
              <a:round/>
              <a:headEnd len="sm" w="sm" type="none"/>
              <a:tailEnd len="sm" w="sm" type="none"/>
            </a:ln>
          </p:spPr>
        </p:cxnSp>
        <p:cxnSp>
          <p:nvCxnSpPr>
            <p:cNvPr id="1121" name="Google Shape;1121;p27"/>
            <p:cNvCxnSpPr/>
            <p:nvPr/>
          </p:nvCxnSpPr>
          <p:spPr>
            <a:xfrm>
              <a:off x="6504400" y="3660300"/>
              <a:ext cx="4281300" cy="0"/>
            </a:xfrm>
            <a:prstGeom prst="straightConnector1">
              <a:avLst/>
            </a:prstGeom>
            <a:noFill/>
            <a:ln cap="flat" cmpd="sng" w="9525">
              <a:solidFill>
                <a:schemeClr val="lt2"/>
              </a:solidFill>
              <a:prstDash val="solid"/>
              <a:round/>
              <a:headEnd len="sm" w="sm" type="none"/>
              <a:tailEnd len="sm" w="sm" type="none"/>
            </a:ln>
          </p:spPr>
        </p:cxnSp>
        <p:cxnSp>
          <p:nvCxnSpPr>
            <p:cNvPr id="1122" name="Google Shape;1122;p27"/>
            <p:cNvCxnSpPr/>
            <p:nvPr/>
          </p:nvCxnSpPr>
          <p:spPr>
            <a:xfrm>
              <a:off x="6504400" y="4005975"/>
              <a:ext cx="4281300" cy="0"/>
            </a:xfrm>
            <a:prstGeom prst="straightConnector1">
              <a:avLst/>
            </a:prstGeom>
            <a:noFill/>
            <a:ln cap="flat" cmpd="sng" w="9525">
              <a:solidFill>
                <a:schemeClr val="lt2"/>
              </a:solidFill>
              <a:prstDash val="solid"/>
              <a:round/>
              <a:headEnd len="sm" w="sm" type="none"/>
              <a:tailEnd len="sm" w="sm" type="none"/>
            </a:ln>
          </p:spPr>
        </p:cxnSp>
        <p:cxnSp>
          <p:nvCxnSpPr>
            <p:cNvPr id="1123" name="Google Shape;1123;p27"/>
            <p:cNvCxnSpPr/>
            <p:nvPr/>
          </p:nvCxnSpPr>
          <p:spPr>
            <a:xfrm>
              <a:off x="6504400" y="4351650"/>
              <a:ext cx="4281300" cy="0"/>
            </a:xfrm>
            <a:prstGeom prst="straightConnector1">
              <a:avLst/>
            </a:prstGeom>
            <a:noFill/>
            <a:ln cap="flat" cmpd="sng" w="9525">
              <a:solidFill>
                <a:schemeClr val="lt2"/>
              </a:solidFill>
              <a:prstDash val="solid"/>
              <a:round/>
              <a:headEnd len="sm" w="sm" type="none"/>
              <a:tailEnd len="sm" w="sm" type="none"/>
            </a:ln>
          </p:spPr>
        </p:cxnSp>
        <p:cxnSp>
          <p:nvCxnSpPr>
            <p:cNvPr id="1124" name="Google Shape;1124;p27"/>
            <p:cNvCxnSpPr/>
            <p:nvPr/>
          </p:nvCxnSpPr>
          <p:spPr>
            <a:xfrm>
              <a:off x="6504400" y="4697325"/>
              <a:ext cx="4281300" cy="0"/>
            </a:xfrm>
            <a:prstGeom prst="straightConnector1">
              <a:avLst/>
            </a:prstGeom>
            <a:noFill/>
            <a:ln cap="flat" cmpd="sng" w="9525">
              <a:solidFill>
                <a:schemeClr val="lt2"/>
              </a:solidFill>
              <a:prstDash val="solid"/>
              <a:round/>
              <a:headEnd len="sm" w="sm" type="none"/>
              <a:tailEnd len="sm" w="sm" type="none"/>
            </a:ln>
          </p:spPr>
        </p:cxnSp>
        <p:cxnSp>
          <p:nvCxnSpPr>
            <p:cNvPr id="1125" name="Google Shape;1125;p27"/>
            <p:cNvCxnSpPr/>
            <p:nvPr/>
          </p:nvCxnSpPr>
          <p:spPr>
            <a:xfrm>
              <a:off x="6504400" y="5043000"/>
              <a:ext cx="4281300" cy="0"/>
            </a:xfrm>
            <a:prstGeom prst="straightConnector1">
              <a:avLst/>
            </a:prstGeom>
            <a:noFill/>
            <a:ln cap="flat" cmpd="sng" w="9525">
              <a:solidFill>
                <a:schemeClr val="lt2"/>
              </a:solidFill>
              <a:prstDash val="solid"/>
              <a:round/>
              <a:headEnd len="sm" w="sm" type="none"/>
              <a:tailEnd len="sm" w="sm" type="none"/>
            </a:ln>
          </p:spPr>
        </p:cxnSp>
        <p:cxnSp>
          <p:nvCxnSpPr>
            <p:cNvPr id="1126" name="Google Shape;1126;p27"/>
            <p:cNvCxnSpPr/>
            <p:nvPr/>
          </p:nvCxnSpPr>
          <p:spPr>
            <a:xfrm>
              <a:off x="6504400" y="5388675"/>
              <a:ext cx="4281300" cy="0"/>
            </a:xfrm>
            <a:prstGeom prst="straightConnector1">
              <a:avLst/>
            </a:prstGeom>
            <a:noFill/>
            <a:ln cap="flat" cmpd="sng" w="9525">
              <a:solidFill>
                <a:schemeClr val="lt2"/>
              </a:solidFill>
              <a:prstDash val="solid"/>
              <a:round/>
              <a:headEnd len="sm" w="sm" type="none"/>
              <a:tailEnd len="sm" w="sm" type="none"/>
            </a:ln>
          </p:spPr>
        </p:cxnSp>
      </p:grpSp>
      <p:sp>
        <p:nvSpPr>
          <p:cNvPr id="1127" name="Google Shape;1127;p27"/>
          <p:cNvSpPr/>
          <p:nvPr/>
        </p:nvSpPr>
        <p:spPr>
          <a:xfrm>
            <a:off x="6797675" y="4659800"/>
            <a:ext cx="422400" cy="741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128" name="Google Shape;1128;p27"/>
          <p:cNvSpPr/>
          <p:nvPr/>
        </p:nvSpPr>
        <p:spPr>
          <a:xfrm>
            <a:off x="6797675" y="4235975"/>
            <a:ext cx="422400" cy="4239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129" name="Google Shape;1129;p27"/>
          <p:cNvSpPr/>
          <p:nvPr/>
        </p:nvSpPr>
        <p:spPr>
          <a:xfrm>
            <a:off x="6797675" y="3893075"/>
            <a:ext cx="422400" cy="3429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130" name="Google Shape;1130;p27"/>
          <p:cNvSpPr/>
          <p:nvPr/>
        </p:nvSpPr>
        <p:spPr>
          <a:xfrm>
            <a:off x="7872275" y="4977200"/>
            <a:ext cx="422400" cy="4239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131" name="Google Shape;1131;p27"/>
          <p:cNvSpPr/>
          <p:nvPr/>
        </p:nvSpPr>
        <p:spPr>
          <a:xfrm>
            <a:off x="7872275" y="4199325"/>
            <a:ext cx="422400" cy="7779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132" name="Google Shape;1132;p27"/>
          <p:cNvSpPr/>
          <p:nvPr/>
        </p:nvSpPr>
        <p:spPr>
          <a:xfrm>
            <a:off x="7872275" y="3856425"/>
            <a:ext cx="422400" cy="3429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133" name="Google Shape;1133;p27"/>
          <p:cNvSpPr/>
          <p:nvPr/>
        </p:nvSpPr>
        <p:spPr>
          <a:xfrm>
            <a:off x="8946875" y="4795050"/>
            <a:ext cx="422400" cy="606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134" name="Google Shape;1134;p27"/>
          <p:cNvSpPr/>
          <p:nvPr/>
        </p:nvSpPr>
        <p:spPr>
          <a:xfrm>
            <a:off x="8946875" y="4487350"/>
            <a:ext cx="422400" cy="3078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135" name="Google Shape;1135;p27"/>
          <p:cNvSpPr/>
          <p:nvPr/>
        </p:nvSpPr>
        <p:spPr>
          <a:xfrm>
            <a:off x="8946875" y="3856425"/>
            <a:ext cx="422400" cy="6309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136" name="Google Shape;1136;p27"/>
          <p:cNvSpPr/>
          <p:nvPr/>
        </p:nvSpPr>
        <p:spPr>
          <a:xfrm>
            <a:off x="10021475" y="4623150"/>
            <a:ext cx="422400" cy="7779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137" name="Google Shape;1137;p27"/>
          <p:cNvSpPr/>
          <p:nvPr/>
        </p:nvSpPr>
        <p:spPr>
          <a:xfrm>
            <a:off x="10021475" y="4127975"/>
            <a:ext cx="422400" cy="495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138" name="Google Shape;1138;p27"/>
          <p:cNvSpPr/>
          <p:nvPr/>
        </p:nvSpPr>
        <p:spPr>
          <a:xfrm>
            <a:off x="10021475" y="3266980"/>
            <a:ext cx="422400" cy="861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139" name="Google Shape;1139;p27"/>
          <p:cNvSpPr txBox="1"/>
          <p:nvPr/>
        </p:nvSpPr>
        <p:spPr>
          <a:xfrm>
            <a:off x="6132525" y="2842475"/>
            <a:ext cx="3474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Poppins"/>
                <a:ea typeface="Poppins"/>
                <a:cs typeface="Poppins"/>
                <a:sym typeface="Poppins"/>
              </a:rPr>
              <a:t>14</a:t>
            </a:r>
            <a:endParaRPr b="0" i="0" sz="1000" u="none" cap="none" strike="noStrike">
              <a:solidFill>
                <a:schemeClr val="lt1"/>
              </a:solidFill>
              <a:latin typeface="Poppins Medium"/>
              <a:ea typeface="Poppins Medium"/>
              <a:cs typeface="Poppins Medium"/>
              <a:sym typeface="Poppins Medium"/>
            </a:endParaRPr>
          </a:p>
        </p:txBody>
      </p:sp>
      <p:sp>
        <p:nvSpPr>
          <p:cNvPr id="1140" name="Google Shape;1140;p27"/>
          <p:cNvSpPr txBox="1"/>
          <p:nvPr/>
        </p:nvSpPr>
        <p:spPr>
          <a:xfrm>
            <a:off x="6132525" y="3208125"/>
            <a:ext cx="3474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Poppins"/>
                <a:ea typeface="Poppins"/>
                <a:cs typeface="Poppins"/>
                <a:sym typeface="Poppins"/>
              </a:rPr>
              <a:t>12</a:t>
            </a:r>
            <a:endParaRPr b="0" i="0" sz="1000" u="none" cap="none" strike="noStrike">
              <a:solidFill>
                <a:schemeClr val="lt1"/>
              </a:solidFill>
              <a:latin typeface="Poppins Medium"/>
              <a:ea typeface="Poppins Medium"/>
              <a:cs typeface="Poppins Medium"/>
              <a:sym typeface="Poppins Medium"/>
            </a:endParaRPr>
          </a:p>
        </p:txBody>
      </p:sp>
      <p:sp>
        <p:nvSpPr>
          <p:cNvPr id="1141" name="Google Shape;1141;p27"/>
          <p:cNvSpPr txBox="1"/>
          <p:nvPr/>
        </p:nvSpPr>
        <p:spPr>
          <a:xfrm>
            <a:off x="6132525" y="3536175"/>
            <a:ext cx="3474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Poppins"/>
                <a:ea typeface="Poppins"/>
                <a:cs typeface="Poppins"/>
                <a:sym typeface="Poppins"/>
              </a:rPr>
              <a:t>10</a:t>
            </a:r>
            <a:endParaRPr b="0" i="0" sz="1000" u="none" cap="none" strike="noStrike">
              <a:solidFill>
                <a:schemeClr val="lt1"/>
              </a:solidFill>
              <a:latin typeface="Poppins Medium"/>
              <a:ea typeface="Poppins Medium"/>
              <a:cs typeface="Poppins Medium"/>
              <a:sym typeface="Poppins Medium"/>
            </a:endParaRPr>
          </a:p>
        </p:txBody>
      </p:sp>
      <p:sp>
        <p:nvSpPr>
          <p:cNvPr id="1142" name="Google Shape;1142;p27"/>
          <p:cNvSpPr txBox="1"/>
          <p:nvPr/>
        </p:nvSpPr>
        <p:spPr>
          <a:xfrm>
            <a:off x="6132525" y="3886800"/>
            <a:ext cx="3474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Poppins"/>
                <a:ea typeface="Poppins"/>
                <a:cs typeface="Poppins"/>
                <a:sym typeface="Poppins"/>
              </a:rPr>
              <a:t>8</a:t>
            </a:r>
            <a:endParaRPr b="0" i="0" sz="1000" u="none" cap="none" strike="noStrike">
              <a:solidFill>
                <a:schemeClr val="lt1"/>
              </a:solidFill>
              <a:latin typeface="Poppins Medium"/>
              <a:ea typeface="Poppins Medium"/>
              <a:cs typeface="Poppins Medium"/>
              <a:sym typeface="Poppins Medium"/>
            </a:endParaRPr>
          </a:p>
        </p:txBody>
      </p:sp>
      <p:sp>
        <p:nvSpPr>
          <p:cNvPr id="1143" name="Google Shape;1143;p27"/>
          <p:cNvSpPr txBox="1"/>
          <p:nvPr/>
        </p:nvSpPr>
        <p:spPr>
          <a:xfrm>
            <a:off x="6132525" y="4237413"/>
            <a:ext cx="3474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Poppins"/>
                <a:ea typeface="Poppins"/>
                <a:cs typeface="Poppins"/>
                <a:sym typeface="Poppins"/>
              </a:rPr>
              <a:t>6</a:t>
            </a:r>
            <a:endParaRPr b="0" i="0" sz="1000" u="none" cap="none" strike="noStrike">
              <a:solidFill>
                <a:schemeClr val="lt1"/>
              </a:solidFill>
              <a:latin typeface="Poppins Medium"/>
              <a:ea typeface="Poppins Medium"/>
              <a:cs typeface="Poppins Medium"/>
              <a:sym typeface="Poppins Medium"/>
            </a:endParaRPr>
          </a:p>
        </p:txBody>
      </p:sp>
      <p:sp>
        <p:nvSpPr>
          <p:cNvPr id="1144" name="Google Shape;1144;p27"/>
          <p:cNvSpPr txBox="1"/>
          <p:nvPr/>
        </p:nvSpPr>
        <p:spPr>
          <a:xfrm>
            <a:off x="6132525" y="4565463"/>
            <a:ext cx="3474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Poppins"/>
                <a:ea typeface="Poppins"/>
                <a:cs typeface="Poppins"/>
                <a:sym typeface="Poppins"/>
              </a:rPr>
              <a:t>4</a:t>
            </a:r>
            <a:endParaRPr b="0" i="0" sz="1000" u="none" cap="none" strike="noStrike">
              <a:solidFill>
                <a:schemeClr val="lt1"/>
              </a:solidFill>
              <a:latin typeface="Poppins Medium"/>
              <a:ea typeface="Poppins Medium"/>
              <a:cs typeface="Poppins Medium"/>
              <a:sym typeface="Poppins Medium"/>
            </a:endParaRPr>
          </a:p>
        </p:txBody>
      </p:sp>
      <p:sp>
        <p:nvSpPr>
          <p:cNvPr id="1145" name="Google Shape;1145;p27"/>
          <p:cNvSpPr txBox="1"/>
          <p:nvPr/>
        </p:nvSpPr>
        <p:spPr>
          <a:xfrm>
            <a:off x="6132525" y="4907300"/>
            <a:ext cx="3474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Poppins"/>
                <a:ea typeface="Poppins"/>
                <a:cs typeface="Poppins"/>
                <a:sym typeface="Poppins"/>
              </a:rPr>
              <a:t>2</a:t>
            </a:r>
            <a:endParaRPr b="0" i="0" sz="1000" u="none" cap="none" strike="noStrike">
              <a:solidFill>
                <a:schemeClr val="lt1"/>
              </a:solidFill>
              <a:latin typeface="Poppins Medium"/>
              <a:ea typeface="Poppins Medium"/>
              <a:cs typeface="Poppins Medium"/>
              <a:sym typeface="Poppins Medium"/>
            </a:endParaRPr>
          </a:p>
        </p:txBody>
      </p:sp>
      <p:sp>
        <p:nvSpPr>
          <p:cNvPr id="1146" name="Google Shape;1146;p27"/>
          <p:cNvSpPr txBox="1"/>
          <p:nvPr/>
        </p:nvSpPr>
        <p:spPr>
          <a:xfrm>
            <a:off x="6132525" y="5266700"/>
            <a:ext cx="3474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Poppins"/>
                <a:ea typeface="Poppins"/>
                <a:cs typeface="Poppins"/>
                <a:sym typeface="Poppins"/>
              </a:rPr>
              <a:t>0</a:t>
            </a:r>
            <a:endParaRPr b="0" i="0" sz="1000" u="none" cap="none" strike="noStrike">
              <a:solidFill>
                <a:schemeClr val="lt1"/>
              </a:solidFill>
              <a:latin typeface="Poppins Medium"/>
              <a:ea typeface="Poppins Medium"/>
              <a:cs typeface="Poppins Medium"/>
              <a:sym typeface="Poppins Medium"/>
            </a:endParaRPr>
          </a:p>
        </p:txBody>
      </p:sp>
      <p:sp>
        <p:nvSpPr>
          <p:cNvPr id="1147" name="Google Shape;1147;p27"/>
          <p:cNvSpPr txBox="1"/>
          <p:nvPr/>
        </p:nvSpPr>
        <p:spPr>
          <a:xfrm>
            <a:off x="6597500" y="5451800"/>
            <a:ext cx="10986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Expenses</a:t>
            </a:r>
            <a:endParaRPr b="0" i="0" sz="1100" u="none" cap="none" strike="noStrike">
              <a:solidFill>
                <a:schemeClr val="lt1"/>
              </a:solidFill>
              <a:latin typeface="Poppins Medium"/>
              <a:ea typeface="Poppins Medium"/>
              <a:cs typeface="Poppins Medium"/>
              <a:sym typeface="Poppins Medium"/>
            </a:endParaRPr>
          </a:p>
        </p:txBody>
      </p:sp>
      <p:sp>
        <p:nvSpPr>
          <p:cNvPr id="1148" name="Google Shape;1148;p27"/>
          <p:cNvSpPr txBox="1"/>
          <p:nvPr/>
        </p:nvSpPr>
        <p:spPr>
          <a:xfrm>
            <a:off x="7631250" y="5451800"/>
            <a:ext cx="10986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Acquisition</a:t>
            </a:r>
            <a:endParaRPr b="0" i="0" sz="1100" u="none" cap="none" strike="noStrike">
              <a:solidFill>
                <a:schemeClr val="lt1"/>
              </a:solidFill>
              <a:latin typeface="Poppins Medium"/>
              <a:ea typeface="Poppins Medium"/>
              <a:cs typeface="Poppins Medium"/>
              <a:sym typeface="Poppins Medium"/>
            </a:endParaRPr>
          </a:p>
        </p:txBody>
      </p:sp>
      <p:sp>
        <p:nvSpPr>
          <p:cNvPr id="1149" name="Google Shape;1149;p27"/>
          <p:cNvSpPr txBox="1"/>
          <p:nvPr/>
        </p:nvSpPr>
        <p:spPr>
          <a:xfrm>
            <a:off x="8729850" y="5451800"/>
            <a:ext cx="10986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Marketing</a:t>
            </a:r>
            <a:endParaRPr b="0" i="0" sz="1100" u="none" cap="none" strike="noStrike">
              <a:solidFill>
                <a:schemeClr val="lt1"/>
              </a:solidFill>
              <a:latin typeface="Poppins Medium"/>
              <a:ea typeface="Poppins Medium"/>
              <a:cs typeface="Poppins Medium"/>
              <a:sym typeface="Poppins Medium"/>
            </a:endParaRPr>
          </a:p>
        </p:txBody>
      </p:sp>
      <p:sp>
        <p:nvSpPr>
          <p:cNvPr id="1150" name="Google Shape;1150;p27"/>
          <p:cNvSpPr txBox="1"/>
          <p:nvPr/>
        </p:nvSpPr>
        <p:spPr>
          <a:xfrm>
            <a:off x="9685950" y="5451800"/>
            <a:ext cx="12546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Development</a:t>
            </a:r>
            <a:endParaRPr b="0" i="0" sz="1100" u="none" cap="none" strike="noStrike">
              <a:solidFill>
                <a:schemeClr val="lt1"/>
              </a:solidFill>
              <a:latin typeface="Poppins Medium"/>
              <a:ea typeface="Poppins Medium"/>
              <a:cs typeface="Poppins Medium"/>
              <a:sym typeface="Poppins Medium"/>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28"/>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1156" name="Google Shape;1156;p28"/>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157" name="Google Shape;1157;p28"/>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158" name="Google Shape;1158;p28"/>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1159" name="Google Shape;1159;p28"/>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1160" name="Google Shape;1160;p28"/>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1161" name="Google Shape;1161;p28"/>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1162" name="Google Shape;1162;p28"/>
          <p:cNvGrpSpPr/>
          <p:nvPr/>
        </p:nvGrpSpPr>
        <p:grpSpPr>
          <a:xfrm>
            <a:off x="6997702" y="669152"/>
            <a:ext cx="95248" cy="68286"/>
            <a:chOff x="3790" y="2022"/>
            <a:chExt cx="282" cy="150"/>
          </a:xfrm>
        </p:grpSpPr>
        <p:cxnSp>
          <p:nvCxnSpPr>
            <p:cNvPr id="1163" name="Google Shape;1163;p28"/>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1164" name="Google Shape;1164;p28"/>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1165" name="Google Shape;1165;p28"/>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1166" name="Google Shape;1166;p28"/>
          <p:cNvSpPr txBox="1"/>
          <p:nvPr/>
        </p:nvSpPr>
        <p:spPr>
          <a:xfrm>
            <a:off x="981136" y="1733063"/>
            <a:ext cx="4485394" cy="144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Poppins Medium"/>
                <a:ea typeface="Poppins Medium"/>
                <a:cs typeface="Poppins Medium"/>
                <a:sym typeface="Poppins Medium"/>
              </a:rPr>
              <a:t>Customer Acquisition.</a:t>
            </a:r>
            <a:endParaRPr b="1" i="0" sz="4400" u="none" cap="none" strike="noStrike">
              <a:solidFill>
                <a:schemeClr val="dk1"/>
              </a:solidFill>
              <a:latin typeface="Poppins Medium"/>
              <a:ea typeface="Poppins Medium"/>
              <a:cs typeface="Poppins Medium"/>
              <a:sym typeface="Poppins Medium"/>
            </a:endParaRPr>
          </a:p>
        </p:txBody>
      </p:sp>
      <p:grpSp>
        <p:nvGrpSpPr>
          <p:cNvPr id="1167" name="Google Shape;1167;p28"/>
          <p:cNvGrpSpPr/>
          <p:nvPr/>
        </p:nvGrpSpPr>
        <p:grpSpPr>
          <a:xfrm>
            <a:off x="7614237" y="1621439"/>
            <a:ext cx="3596627" cy="2169357"/>
            <a:chOff x="751369" y="3051817"/>
            <a:chExt cx="2151151" cy="1073035"/>
          </a:xfrm>
        </p:grpSpPr>
        <p:sp>
          <p:nvSpPr>
            <p:cNvPr id="1168" name="Google Shape;1168;p28"/>
            <p:cNvSpPr/>
            <p:nvPr/>
          </p:nvSpPr>
          <p:spPr>
            <a:xfrm>
              <a:off x="803960" y="3124092"/>
              <a:ext cx="2098560" cy="1000760"/>
            </a:xfrm>
            <a:prstGeom prst="roundRect">
              <a:avLst>
                <a:gd fmla="val 651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169" name="Google Shape;1169;p28"/>
            <p:cNvSpPr/>
            <p:nvPr/>
          </p:nvSpPr>
          <p:spPr>
            <a:xfrm>
              <a:off x="751369" y="3051817"/>
              <a:ext cx="2098559" cy="1035203"/>
            </a:xfrm>
            <a:prstGeom prst="roundRect">
              <a:avLst>
                <a:gd fmla="val 651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1170" name="Google Shape;1170;p28"/>
          <p:cNvSpPr txBox="1"/>
          <p:nvPr/>
        </p:nvSpPr>
        <p:spPr>
          <a:xfrm>
            <a:off x="7931163" y="1966687"/>
            <a:ext cx="144504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Poppins"/>
                <a:ea typeface="Poppins"/>
                <a:cs typeface="Poppins"/>
                <a:sym typeface="Poppins"/>
              </a:rPr>
              <a:t>Nurturing</a:t>
            </a:r>
            <a:endParaRPr b="0" i="0" sz="2000" u="none" cap="none" strike="noStrike">
              <a:solidFill>
                <a:schemeClr val="lt1"/>
              </a:solidFill>
              <a:latin typeface="Poppins"/>
              <a:ea typeface="Poppins"/>
              <a:cs typeface="Poppins"/>
              <a:sym typeface="Poppins"/>
            </a:endParaRPr>
          </a:p>
        </p:txBody>
      </p:sp>
      <p:sp>
        <p:nvSpPr>
          <p:cNvPr id="1171" name="Google Shape;1171;p28"/>
          <p:cNvSpPr txBox="1"/>
          <p:nvPr/>
        </p:nvSpPr>
        <p:spPr>
          <a:xfrm>
            <a:off x="7931161" y="2456339"/>
            <a:ext cx="3196358" cy="89716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lt1"/>
                </a:solidFill>
                <a:latin typeface="Poppins"/>
                <a:ea typeface="Poppins"/>
                <a:cs typeface="Poppins"/>
                <a:sym typeface="Poppins"/>
              </a:rPr>
              <a:t>A small river named Duden flows by their place and supplies it with the necessary regelialia..</a:t>
            </a:r>
            <a:endParaRPr b="0" i="0" sz="1200" u="none" cap="none" strike="noStrike">
              <a:solidFill>
                <a:schemeClr val="lt1"/>
              </a:solidFill>
              <a:latin typeface="Poppins"/>
              <a:ea typeface="Poppins"/>
              <a:cs typeface="Poppins"/>
              <a:sym typeface="Poppins"/>
            </a:endParaRPr>
          </a:p>
        </p:txBody>
      </p:sp>
      <p:sp>
        <p:nvSpPr>
          <p:cNvPr id="1172" name="Google Shape;1172;p28"/>
          <p:cNvSpPr txBox="1"/>
          <p:nvPr/>
        </p:nvSpPr>
        <p:spPr>
          <a:xfrm>
            <a:off x="8099692" y="4967130"/>
            <a:ext cx="146930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Purchase</a:t>
            </a:r>
            <a:endParaRPr b="0" i="0" sz="2000" u="none" cap="none" strike="noStrike">
              <a:solidFill>
                <a:schemeClr val="dk1"/>
              </a:solidFill>
              <a:latin typeface="Poppins"/>
              <a:ea typeface="Poppins"/>
              <a:cs typeface="Poppins"/>
              <a:sym typeface="Poppins"/>
            </a:endParaRPr>
          </a:p>
        </p:txBody>
      </p:sp>
      <p:sp>
        <p:nvSpPr>
          <p:cNvPr id="1173" name="Google Shape;1173;p28"/>
          <p:cNvSpPr txBox="1"/>
          <p:nvPr/>
        </p:nvSpPr>
        <p:spPr>
          <a:xfrm>
            <a:off x="8099690" y="5456782"/>
            <a:ext cx="2857112"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 Mountains she had.</a:t>
            </a:r>
            <a:endParaRPr b="0" i="0" sz="1400" u="none" cap="none" strike="noStrike">
              <a:solidFill>
                <a:srgbClr val="000000"/>
              </a:solidFill>
              <a:latin typeface="Arial"/>
              <a:ea typeface="Arial"/>
              <a:cs typeface="Arial"/>
              <a:sym typeface="Arial"/>
            </a:endParaRPr>
          </a:p>
        </p:txBody>
      </p:sp>
      <p:sp>
        <p:nvSpPr>
          <p:cNvPr id="1174" name="Google Shape;1174;p28"/>
          <p:cNvSpPr txBox="1"/>
          <p:nvPr/>
        </p:nvSpPr>
        <p:spPr>
          <a:xfrm>
            <a:off x="1166731" y="4959348"/>
            <a:ext cx="146930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Interest</a:t>
            </a:r>
            <a:endParaRPr b="0" i="0" sz="2000" u="none" cap="none" strike="noStrike">
              <a:solidFill>
                <a:schemeClr val="dk1"/>
              </a:solidFill>
              <a:latin typeface="Poppins"/>
              <a:ea typeface="Poppins"/>
              <a:cs typeface="Poppins"/>
              <a:sym typeface="Poppins"/>
            </a:endParaRPr>
          </a:p>
        </p:txBody>
      </p:sp>
      <p:sp>
        <p:nvSpPr>
          <p:cNvPr id="1175" name="Google Shape;1175;p28"/>
          <p:cNvSpPr txBox="1"/>
          <p:nvPr/>
        </p:nvSpPr>
        <p:spPr>
          <a:xfrm>
            <a:off x="1166729" y="5449000"/>
            <a:ext cx="2857112"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 Mountains she had.</a:t>
            </a:r>
            <a:endParaRPr b="0" i="0" sz="1400" u="none" cap="none" strike="noStrike">
              <a:solidFill>
                <a:srgbClr val="000000"/>
              </a:solidFill>
              <a:latin typeface="Arial"/>
              <a:ea typeface="Arial"/>
              <a:cs typeface="Arial"/>
              <a:sym typeface="Arial"/>
            </a:endParaRPr>
          </a:p>
        </p:txBody>
      </p:sp>
      <p:sp>
        <p:nvSpPr>
          <p:cNvPr id="1176" name="Google Shape;1176;p28"/>
          <p:cNvSpPr txBox="1"/>
          <p:nvPr/>
        </p:nvSpPr>
        <p:spPr>
          <a:xfrm>
            <a:off x="4633211" y="4959348"/>
            <a:ext cx="199636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Poppins"/>
                <a:ea typeface="Poppins"/>
                <a:cs typeface="Poppins"/>
                <a:sym typeface="Poppins"/>
              </a:rPr>
              <a:t>Awareness</a:t>
            </a:r>
            <a:endParaRPr b="0" i="0" sz="2000" u="none" cap="none" strike="noStrike">
              <a:solidFill>
                <a:schemeClr val="dk1"/>
              </a:solidFill>
              <a:latin typeface="Poppins"/>
              <a:ea typeface="Poppins"/>
              <a:cs typeface="Poppins"/>
              <a:sym typeface="Poppins"/>
            </a:endParaRPr>
          </a:p>
        </p:txBody>
      </p:sp>
      <p:sp>
        <p:nvSpPr>
          <p:cNvPr id="1177" name="Google Shape;1177;p28"/>
          <p:cNvSpPr txBox="1"/>
          <p:nvPr/>
        </p:nvSpPr>
        <p:spPr>
          <a:xfrm>
            <a:off x="4633209" y="5449000"/>
            <a:ext cx="2857112"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When she reached the first hills of the Italic Mountains she had.</a:t>
            </a:r>
            <a:endParaRPr b="0" i="0" sz="1400" u="none" cap="none" strike="noStrike">
              <a:solidFill>
                <a:srgbClr val="000000"/>
              </a:solidFill>
              <a:latin typeface="Arial"/>
              <a:ea typeface="Arial"/>
              <a:cs typeface="Arial"/>
              <a:sym typeface="Arial"/>
            </a:endParaRPr>
          </a:p>
        </p:txBody>
      </p:sp>
      <p:sp>
        <p:nvSpPr>
          <p:cNvPr id="1178" name="Google Shape;1178;p28"/>
          <p:cNvSpPr txBox="1"/>
          <p:nvPr/>
        </p:nvSpPr>
        <p:spPr>
          <a:xfrm>
            <a:off x="981136" y="3253774"/>
            <a:ext cx="4485394" cy="38497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Expanding Our Reach, One Customer at a Time.</a:t>
            </a:r>
            <a:endParaRPr b="0" i="0" sz="1400" u="none" cap="none" strike="noStrike">
              <a:solidFill>
                <a:srgbClr val="000000"/>
              </a:solidFill>
              <a:latin typeface="Arial"/>
              <a:ea typeface="Arial"/>
              <a:cs typeface="Arial"/>
              <a:sym typeface="Arial"/>
            </a:endParaRPr>
          </a:p>
        </p:txBody>
      </p:sp>
      <p:sp>
        <p:nvSpPr>
          <p:cNvPr id="1179" name="Google Shape;1179;p28"/>
          <p:cNvSpPr/>
          <p:nvPr/>
        </p:nvSpPr>
        <p:spPr>
          <a:xfrm flipH="1" rot="220963">
            <a:off x="6617393" y="1432895"/>
            <a:ext cx="628126" cy="730379"/>
          </a:xfrm>
          <a:custGeom>
            <a:rect b="b" l="l" r="r" t="t"/>
            <a:pathLst>
              <a:path extrusionOk="0" h="272" w="234">
                <a:moveTo>
                  <a:pt x="228" y="249"/>
                </a:moveTo>
                <a:cubicBezTo>
                  <a:pt x="188" y="231"/>
                  <a:pt x="150" y="207"/>
                  <a:pt x="118" y="177"/>
                </a:cubicBezTo>
                <a:cubicBezTo>
                  <a:pt x="123" y="168"/>
                  <a:pt x="129" y="159"/>
                  <a:pt x="135" y="150"/>
                </a:cubicBezTo>
                <a:cubicBezTo>
                  <a:pt x="138" y="153"/>
                  <a:pt x="142" y="157"/>
                  <a:pt x="145" y="161"/>
                </a:cubicBezTo>
                <a:cubicBezTo>
                  <a:pt x="157" y="172"/>
                  <a:pt x="170" y="183"/>
                  <a:pt x="183" y="194"/>
                </a:cubicBezTo>
                <a:cubicBezTo>
                  <a:pt x="188" y="197"/>
                  <a:pt x="193" y="198"/>
                  <a:pt x="197" y="194"/>
                </a:cubicBezTo>
                <a:cubicBezTo>
                  <a:pt x="201" y="190"/>
                  <a:pt x="202" y="183"/>
                  <a:pt x="197" y="180"/>
                </a:cubicBezTo>
                <a:cubicBezTo>
                  <a:pt x="179" y="165"/>
                  <a:pt x="162" y="149"/>
                  <a:pt x="146" y="132"/>
                </a:cubicBezTo>
                <a:cubicBezTo>
                  <a:pt x="157" y="115"/>
                  <a:pt x="168" y="98"/>
                  <a:pt x="179" y="81"/>
                </a:cubicBezTo>
                <a:cubicBezTo>
                  <a:pt x="186" y="70"/>
                  <a:pt x="168" y="60"/>
                  <a:pt x="161" y="71"/>
                </a:cubicBezTo>
                <a:cubicBezTo>
                  <a:pt x="152" y="86"/>
                  <a:pt x="142" y="101"/>
                  <a:pt x="132" y="117"/>
                </a:cubicBezTo>
                <a:cubicBezTo>
                  <a:pt x="126" y="110"/>
                  <a:pt x="121" y="103"/>
                  <a:pt x="116" y="96"/>
                </a:cubicBezTo>
                <a:cubicBezTo>
                  <a:pt x="128" y="80"/>
                  <a:pt x="140" y="64"/>
                  <a:pt x="153" y="49"/>
                </a:cubicBezTo>
                <a:cubicBezTo>
                  <a:pt x="157" y="44"/>
                  <a:pt x="158" y="38"/>
                  <a:pt x="153" y="34"/>
                </a:cubicBezTo>
                <a:cubicBezTo>
                  <a:pt x="150" y="31"/>
                  <a:pt x="143" y="30"/>
                  <a:pt x="139" y="34"/>
                </a:cubicBezTo>
                <a:cubicBezTo>
                  <a:pt x="127" y="49"/>
                  <a:pt x="115" y="64"/>
                  <a:pt x="103" y="79"/>
                </a:cubicBezTo>
                <a:cubicBezTo>
                  <a:pt x="97" y="70"/>
                  <a:pt x="91" y="60"/>
                  <a:pt x="85" y="50"/>
                </a:cubicBezTo>
                <a:cubicBezTo>
                  <a:pt x="77" y="36"/>
                  <a:pt x="69" y="21"/>
                  <a:pt x="62" y="6"/>
                </a:cubicBezTo>
                <a:cubicBezTo>
                  <a:pt x="60" y="1"/>
                  <a:pt x="53" y="0"/>
                  <a:pt x="49" y="2"/>
                </a:cubicBezTo>
                <a:cubicBezTo>
                  <a:pt x="44" y="5"/>
                  <a:pt x="43" y="11"/>
                  <a:pt x="45" y="16"/>
                </a:cubicBezTo>
                <a:cubicBezTo>
                  <a:pt x="58" y="44"/>
                  <a:pt x="73" y="71"/>
                  <a:pt x="91" y="96"/>
                </a:cubicBezTo>
                <a:cubicBezTo>
                  <a:pt x="84" y="106"/>
                  <a:pt x="77" y="116"/>
                  <a:pt x="71" y="126"/>
                </a:cubicBezTo>
                <a:cubicBezTo>
                  <a:pt x="64" y="117"/>
                  <a:pt x="58" y="108"/>
                  <a:pt x="52" y="99"/>
                </a:cubicBezTo>
                <a:cubicBezTo>
                  <a:pt x="40" y="80"/>
                  <a:pt x="30" y="61"/>
                  <a:pt x="21" y="40"/>
                </a:cubicBezTo>
                <a:cubicBezTo>
                  <a:pt x="19" y="35"/>
                  <a:pt x="15" y="32"/>
                  <a:pt x="9" y="33"/>
                </a:cubicBezTo>
                <a:cubicBezTo>
                  <a:pt x="4" y="34"/>
                  <a:pt x="0" y="40"/>
                  <a:pt x="2" y="45"/>
                </a:cubicBezTo>
                <a:cubicBezTo>
                  <a:pt x="16" y="81"/>
                  <a:pt x="36" y="113"/>
                  <a:pt x="59" y="143"/>
                </a:cubicBezTo>
                <a:cubicBezTo>
                  <a:pt x="44" y="168"/>
                  <a:pt x="29" y="193"/>
                  <a:pt x="16" y="219"/>
                </a:cubicBezTo>
                <a:cubicBezTo>
                  <a:pt x="10" y="230"/>
                  <a:pt x="28" y="241"/>
                  <a:pt x="34" y="229"/>
                </a:cubicBezTo>
                <a:cubicBezTo>
                  <a:pt x="46" y="205"/>
                  <a:pt x="59" y="182"/>
                  <a:pt x="73" y="159"/>
                </a:cubicBezTo>
                <a:cubicBezTo>
                  <a:pt x="79" y="166"/>
                  <a:pt x="85" y="173"/>
                  <a:pt x="92" y="180"/>
                </a:cubicBezTo>
                <a:cubicBezTo>
                  <a:pt x="77" y="204"/>
                  <a:pt x="62" y="228"/>
                  <a:pt x="47" y="252"/>
                </a:cubicBezTo>
                <a:cubicBezTo>
                  <a:pt x="40" y="262"/>
                  <a:pt x="57" y="272"/>
                  <a:pt x="64" y="262"/>
                </a:cubicBezTo>
                <a:cubicBezTo>
                  <a:pt x="78" y="239"/>
                  <a:pt x="92" y="217"/>
                  <a:pt x="107" y="194"/>
                </a:cubicBezTo>
                <a:cubicBezTo>
                  <a:pt x="123" y="209"/>
                  <a:pt x="140" y="222"/>
                  <a:pt x="158" y="234"/>
                </a:cubicBezTo>
                <a:cubicBezTo>
                  <a:pt x="177" y="246"/>
                  <a:pt x="197" y="257"/>
                  <a:pt x="218" y="266"/>
                </a:cubicBezTo>
                <a:cubicBezTo>
                  <a:pt x="223" y="268"/>
                  <a:pt x="229" y="268"/>
                  <a:pt x="232" y="263"/>
                </a:cubicBezTo>
                <a:cubicBezTo>
                  <a:pt x="234" y="258"/>
                  <a:pt x="233" y="251"/>
                  <a:pt x="228" y="249"/>
                </a:cubicBezTo>
                <a:close/>
                <a:moveTo>
                  <a:pt x="84" y="142"/>
                </a:moveTo>
                <a:cubicBezTo>
                  <a:pt x="90" y="132"/>
                  <a:pt x="97" y="123"/>
                  <a:pt x="103" y="113"/>
                </a:cubicBezTo>
                <a:cubicBezTo>
                  <a:pt x="109" y="120"/>
                  <a:pt x="115" y="128"/>
                  <a:pt x="121" y="135"/>
                </a:cubicBezTo>
                <a:cubicBezTo>
                  <a:pt x="115" y="144"/>
                  <a:pt x="109" y="153"/>
                  <a:pt x="103" y="163"/>
                </a:cubicBezTo>
                <a:cubicBezTo>
                  <a:pt x="96" y="156"/>
                  <a:pt x="90" y="149"/>
                  <a:pt x="84" y="14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nvGrpSpPr>
          <p:cNvPr id="1180" name="Google Shape;1180;p28"/>
          <p:cNvGrpSpPr/>
          <p:nvPr/>
        </p:nvGrpSpPr>
        <p:grpSpPr>
          <a:xfrm>
            <a:off x="1105593" y="4592429"/>
            <a:ext cx="8804887" cy="130308"/>
            <a:chOff x="677568" y="4193672"/>
            <a:chExt cx="8804887" cy="130308"/>
          </a:xfrm>
        </p:grpSpPr>
        <p:cxnSp>
          <p:nvCxnSpPr>
            <p:cNvPr id="1181" name="Google Shape;1181;p28"/>
            <p:cNvCxnSpPr/>
            <p:nvPr/>
          </p:nvCxnSpPr>
          <p:spPr>
            <a:xfrm>
              <a:off x="677568" y="4258825"/>
              <a:ext cx="8804887" cy="0"/>
            </a:xfrm>
            <a:prstGeom prst="straightConnector1">
              <a:avLst/>
            </a:prstGeom>
            <a:noFill/>
            <a:ln cap="flat" cmpd="sng" w="19050">
              <a:solidFill>
                <a:schemeClr val="accent3"/>
              </a:solidFill>
              <a:prstDash val="solid"/>
              <a:miter lim="800000"/>
              <a:headEnd len="sm" w="sm" type="none"/>
              <a:tailEnd len="sm" w="sm" type="none"/>
            </a:ln>
          </p:spPr>
        </p:cxnSp>
        <p:sp>
          <p:nvSpPr>
            <p:cNvPr id="1182" name="Google Shape;1182;p28"/>
            <p:cNvSpPr/>
            <p:nvPr/>
          </p:nvSpPr>
          <p:spPr>
            <a:xfrm>
              <a:off x="822192" y="4193672"/>
              <a:ext cx="130308" cy="130308"/>
            </a:xfrm>
            <a:prstGeom prst="ellipse">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183" name="Google Shape;1183;p28"/>
            <p:cNvSpPr/>
            <p:nvPr/>
          </p:nvSpPr>
          <p:spPr>
            <a:xfrm>
              <a:off x="4375964" y="4193672"/>
              <a:ext cx="130308" cy="130308"/>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184" name="Google Shape;1184;p28"/>
            <p:cNvSpPr/>
            <p:nvPr/>
          </p:nvSpPr>
          <p:spPr>
            <a:xfrm>
              <a:off x="7750883" y="4193672"/>
              <a:ext cx="130308" cy="130308"/>
            </a:xfrm>
            <a:prstGeom prst="ellipse">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29"/>
          <p:cNvSpPr txBox="1"/>
          <p:nvPr/>
        </p:nvSpPr>
        <p:spPr>
          <a:xfrm>
            <a:off x="533400" y="568325"/>
            <a:ext cx="15327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Your Company</a:t>
            </a:r>
            <a:endParaRPr b="0" i="0" sz="1400" u="none" cap="none" strike="noStrike">
              <a:solidFill>
                <a:srgbClr val="000000"/>
              </a:solidFill>
              <a:latin typeface="Arial"/>
              <a:ea typeface="Arial"/>
              <a:cs typeface="Arial"/>
              <a:sym typeface="Arial"/>
            </a:endParaRPr>
          </a:p>
        </p:txBody>
      </p:sp>
      <p:sp>
        <p:nvSpPr>
          <p:cNvPr id="1190" name="Google Shape;1190;p29"/>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191" name="Google Shape;1191;p29"/>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192" name="Google Shape;1192;p29"/>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1193" name="Google Shape;1193;p29"/>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1194" name="Google Shape;1194;p29"/>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1195" name="Google Shape;1195;p29"/>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1196" name="Google Shape;1196;p29"/>
          <p:cNvGrpSpPr/>
          <p:nvPr/>
        </p:nvGrpSpPr>
        <p:grpSpPr>
          <a:xfrm>
            <a:off x="6997702" y="669152"/>
            <a:ext cx="95248" cy="68286"/>
            <a:chOff x="3790" y="2022"/>
            <a:chExt cx="282" cy="150"/>
          </a:xfrm>
        </p:grpSpPr>
        <p:cxnSp>
          <p:nvCxnSpPr>
            <p:cNvPr id="1197" name="Google Shape;1197;p29"/>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1198" name="Google Shape;1198;p29"/>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1199" name="Google Shape;1199;p29"/>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1200" name="Google Shape;1200;p29"/>
          <p:cNvSpPr txBox="1"/>
          <p:nvPr/>
        </p:nvSpPr>
        <p:spPr>
          <a:xfrm>
            <a:off x="986882" y="4585045"/>
            <a:ext cx="4485394"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chemeClr val="dk1"/>
                </a:solidFill>
                <a:latin typeface="Poppins Medium"/>
                <a:ea typeface="Poppins Medium"/>
                <a:cs typeface="Poppins Medium"/>
                <a:sym typeface="Poppins Medium"/>
              </a:rPr>
              <a:t>Got Any Questions?</a:t>
            </a:r>
            <a:endParaRPr b="1" i="0" sz="4800" u="none" cap="none" strike="noStrike">
              <a:solidFill>
                <a:schemeClr val="dk1"/>
              </a:solidFill>
              <a:latin typeface="Poppins Medium"/>
              <a:ea typeface="Poppins Medium"/>
              <a:cs typeface="Poppins Medium"/>
              <a:sym typeface="Poppins Medium"/>
            </a:endParaRPr>
          </a:p>
        </p:txBody>
      </p:sp>
      <p:grpSp>
        <p:nvGrpSpPr>
          <p:cNvPr id="1201" name="Google Shape;1201;p29"/>
          <p:cNvGrpSpPr/>
          <p:nvPr/>
        </p:nvGrpSpPr>
        <p:grpSpPr>
          <a:xfrm>
            <a:off x="1057497" y="1920373"/>
            <a:ext cx="4294480" cy="2057400"/>
            <a:chOff x="751369" y="3051817"/>
            <a:chExt cx="2136728" cy="1079438"/>
          </a:xfrm>
        </p:grpSpPr>
        <p:sp>
          <p:nvSpPr>
            <p:cNvPr id="1202" name="Google Shape;1202;p29"/>
            <p:cNvSpPr/>
            <p:nvPr/>
          </p:nvSpPr>
          <p:spPr>
            <a:xfrm>
              <a:off x="789537" y="3130495"/>
              <a:ext cx="2098560" cy="1000760"/>
            </a:xfrm>
            <a:prstGeom prst="roundRect">
              <a:avLst>
                <a:gd fmla="val 651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203" name="Google Shape;1203;p29"/>
            <p:cNvSpPr/>
            <p:nvPr/>
          </p:nvSpPr>
          <p:spPr>
            <a:xfrm>
              <a:off x="751369" y="3051817"/>
              <a:ext cx="2098560" cy="1000760"/>
            </a:xfrm>
            <a:prstGeom prst="roundRect">
              <a:avLst>
                <a:gd fmla="val 651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1204" name="Google Shape;1204;p29"/>
          <p:cNvSpPr txBox="1"/>
          <p:nvPr/>
        </p:nvSpPr>
        <p:spPr>
          <a:xfrm>
            <a:off x="1269122" y="2260818"/>
            <a:ext cx="365988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Poppins Medium"/>
                <a:ea typeface="Poppins Medium"/>
                <a:cs typeface="Poppins Medium"/>
                <a:sym typeface="Poppins Medium"/>
              </a:rPr>
              <a:t>Let’s Clarify and Connect.</a:t>
            </a:r>
            <a:endParaRPr b="0" i="0" sz="2000" u="none" cap="none" strike="noStrike">
              <a:solidFill>
                <a:schemeClr val="lt1"/>
              </a:solidFill>
              <a:latin typeface="Poppins Medium"/>
              <a:ea typeface="Poppins Medium"/>
              <a:cs typeface="Poppins Medium"/>
              <a:sym typeface="Poppins Medium"/>
            </a:endParaRPr>
          </a:p>
        </p:txBody>
      </p:sp>
      <p:sp>
        <p:nvSpPr>
          <p:cNvPr id="1205" name="Google Shape;1205;p29"/>
          <p:cNvSpPr txBox="1"/>
          <p:nvPr/>
        </p:nvSpPr>
        <p:spPr>
          <a:xfrm>
            <a:off x="1269121" y="2803669"/>
            <a:ext cx="2857112" cy="6201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chemeClr val="lt1"/>
                </a:solidFill>
                <a:latin typeface="Poppins"/>
                <a:ea typeface="Poppins"/>
                <a:cs typeface="Poppins"/>
                <a:sym typeface="Poppins"/>
              </a:rPr>
              <a:t>When she reached the first hills of the Italic Mountains she had.</a:t>
            </a:r>
            <a:endParaRPr b="0" i="0" sz="1400" u="none" cap="none" strike="noStrike">
              <a:solidFill>
                <a:srgbClr val="000000"/>
              </a:solidFill>
              <a:latin typeface="Arial"/>
              <a:ea typeface="Arial"/>
              <a:cs typeface="Arial"/>
              <a:sym typeface="Arial"/>
            </a:endParaRPr>
          </a:p>
        </p:txBody>
      </p:sp>
      <p:grpSp>
        <p:nvGrpSpPr>
          <p:cNvPr id="1206" name="Google Shape;1206;p29"/>
          <p:cNvGrpSpPr/>
          <p:nvPr/>
        </p:nvGrpSpPr>
        <p:grpSpPr>
          <a:xfrm>
            <a:off x="10576233" y="5244759"/>
            <a:ext cx="663267" cy="663265"/>
            <a:chOff x="9486906" y="2509573"/>
            <a:chExt cx="574351" cy="574350"/>
          </a:xfrm>
        </p:grpSpPr>
        <p:sp>
          <p:nvSpPr>
            <p:cNvPr id="1207" name="Google Shape;1207;p29"/>
            <p:cNvSpPr/>
            <p:nvPr/>
          </p:nvSpPr>
          <p:spPr>
            <a:xfrm>
              <a:off x="9486906" y="2509573"/>
              <a:ext cx="574351" cy="57435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nvGrpSpPr>
            <p:cNvPr id="1208" name="Google Shape;1208;p29"/>
            <p:cNvGrpSpPr/>
            <p:nvPr/>
          </p:nvGrpSpPr>
          <p:grpSpPr>
            <a:xfrm>
              <a:off x="9616486" y="2622923"/>
              <a:ext cx="312350" cy="313775"/>
              <a:chOff x="9616486" y="2622923"/>
              <a:chExt cx="312350" cy="313775"/>
            </a:xfrm>
          </p:grpSpPr>
          <p:sp>
            <p:nvSpPr>
              <p:cNvPr id="1209" name="Google Shape;1209;p29"/>
              <p:cNvSpPr/>
              <p:nvPr/>
            </p:nvSpPr>
            <p:spPr>
              <a:xfrm>
                <a:off x="9616486" y="2622923"/>
                <a:ext cx="312350" cy="312350"/>
              </a:xfrm>
              <a:custGeom>
                <a:rect b="b" l="l" r="r" t="t"/>
                <a:pathLst>
                  <a:path extrusionOk="0" h="250507" w="250507">
                    <a:moveTo>
                      <a:pt x="250508" y="125254"/>
                    </a:moveTo>
                    <a:cubicBezTo>
                      <a:pt x="250508" y="194429"/>
                      <a:pt x="194430" y="250508"/>
                      <a:pt x="125254" y="250508"/>
                    </a:cubicBezTo>
                    <a:cubicBezTo>
                      <a:pt x="56078" y="250508"/>
                      <a:pt x="0" y="194430"/>
                      <a:pt x="0" y="125254"/>
                    </a:cubicBezTo>
                    <a:cubicBezTo>
                      <a:pt x="0" y="56078"/>
                      <a:pt x="56078" y="0"/>
                      <a:pt x="125254" y="0"/>
                    </a:cubicBezTo>
                    <a:cubicBezTo>
                      <a:pt x="194430" y="0"/>
                      <a:pt x="250508" y="56078"/>
                      <a:pt x="250508" y="125254"/>
                    </a:cubicBezTo>
                    <a:close/>
                  </a:path>
                </a:pathLst>
              </a:custGeom>
              <a:no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210" name="Google Shape;1210;p29"/>
              <p:cNvSpPr/>
              <p:nvPr/>
            </p:nvSpPr>
            <p:spPr>
              <a:xfrm>
                <a:off x="9616486" y="2713422"/>
                <a:ext cx="312350" cy="221852"/>
              </a:xfrm>
              <a:custGeom>
                <a:rect b="b" l="l" r="r" t="t"/>
                <a:pathLst>
                  <a:path extrusionOk="0" h="177927" w="250507">
                    <a:moveTo>
                      <a:pt x="250508" y="88964"/>
                    </a:moveTo>
                    <a:cubicBezTo>
                      <a:pt x="250508" y="138097"/>
                      <a:pt x="194430" y="177927"/>
                      <a:pt x="125254" y="177927"/>
                    </a:cubicBezTo>
                    <a:cubicBezTo>
                      <a:pt x="56078" y="177927"/>
                      <a:pt x="0" y="138097"/>
                      <a:pt x="0" y="88964"/>
                    </a:cubicBezTo>
                    <a:cubicBezTo>
                      <a:pt x="0" y="39830"/>
                      <a:pt x="56078" y="0"/>
                      <a:pt x="125254" y="0"/>
                    </a:cubicBezTo>
                    <a:cubicBezTo>
                      <a:pt x="194430" y="0"/>
                      <a:pt x="250508" y="39830"/>
                      <a:pt x="250508" y="88964"/>
                    </a:cubicBezTo>
                    <a:close/>
                  </a:path>
                </a:pathLst>
              </a:custGeom>
              <a:no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211" name="Google Shape;1211;p29"/>
              <p:cNvSpPr/>
              <p:nvPr/>
            </p:nvSpPr>
            <p:spPr>
              <a:xfrm>
                <a:off x="9616486" y="2785393"/>
                <a:ext cx="312350" cy="149880"/>
              </a:xfrm>
              <a:custGeom>
                <a:rect b="b" l="l" r="r" t="t"/>
                <a:pathLst>
                  <a:path extrusionOk="0" h="120205" w="250507">
                    <a:moveTo>
                      <a:pt x="250508" y="60103"/>
                    </a:moveTo>
                    <a:cubicBezTo>
                      <a:pt x="250508" y="93297"/>
                      <a:pt x="194430" y="120205"/>
                      <a:pt x="125254" y="120205"/>
                    </a:cubicBezTo>
                    <a:cubicBezTo>
                      <a:pt x="56078" y="120205"/>
                      <a:pt x="0" y="93297"/>
                      <a:pt x="0" y="60103"/>
                    </a:cubicBezTo>
                    <a:cubicBezTo>
                      <a:pt x="0" y="26909"/>
                      <a:pt x="56078" y="0"/>
                      <a:pt x="125254" y="0"/>
                    </a:cubicBezTo>
                    <a:cubicBezTo>
                      <a:pt x="194430" y="0"/>
                      <a:pt x="250508" y="26909"/>
                      <a:pt x="250508" y="60103"/>
                    </a:cubicBezTo>
                    <a:close/>
                  </a:path>
                </a:pathLst>
              </a:custGeom>
              <a:no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212" name="Google Shape;1212;p29"/>
              <p:cNvSpPr/>
              <p:nvPr/>
            </p:nvSpPr>
            <p:spPr>
              <a:xfrm>
                <a:off x="9616486" y="2856176"/>
                <a:ext cx="312350" cy="79096"/>
              </a:xfrm>
              <a:custGeom>
                <a:rect b="b" l="l" r="r" t="t"/>
                <a:pathLst>
                  <a:path extrusionOk="0" h="63436" w="250507">
                    <a:moveTo>
                      <a:pt x="250508" y="31718"/>
                    </a:moveTo>
                    <a:cubicBezTo>
                      <a:pt x="250508" y="49236"/>
                      <a:pt x="194430" y="63437"/>
                      <a:pt x="125254" y="63437"/>
                    </a:cubicBezTo>
                    <a:cubicBezTo>
                      <a:pt x="56078" y="63437"/>
                      <a:pt x="0" y="49236"/>
                      <a:pt x="0" y="31718"/>
                    </a:cubicBezTo>
                    <a:cubicBezTo>
                      <a:pt x="0" y="14201"/>
                      <a:pt x="56078" y="0"/>
                      <a:pt x="125254" y="0"/>
                    </a:cubicBezTo>
                    <a:cubicBezTo>
                      <a:pt x="194430" y="0"/>
                      <a:pt x="250508" y="14201"/>
                      <a:pt x="250508" y="31718"/>
                    </a:cubicBezTo>
                    <a:close/>
                  </a:path>
                </a:pathLst>
              </a:custGeom>
              <a:no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213" name="Google Shape;1213;p29"/>
              <p:cNvSpPr/>
              <p:nvPr/>
            </p:nvSpPr>
            <p:spPr>
              <a:xfrm>
                <a:off x="9616486" y="2902732"/>
                <a:ext cx="312350" cy="32541"/>
              </a:xfrm>
              <a:custGeom>
                <a:rect b="b" l="l" r="r" t="t"/>
                <a:pathLst>
                  <a:path extrusionOk="0" h="26098" w="250507">
                    <a:moveTo>
                      <a:pt x="250508" y="13049"/>
                    </a:moveTo>
                    <a:cubicBezTo>
                      <a:pt x="250508" y="20256"/>
                      <a:pt x="194430" y="26099"/>
                      <a:pt x="125254" y="26099"/>
                    </a:cubicBezTo>
                    <a:cubicBezTo>
                      <a:pt x="56078" y="26099"/>
                      <a:pt x="0" y="20256"/>
                      <a:pt x="0" y="13049"/>
                    </a:cubicBezTo>
                    <a:cubicBezTo>
                      <a:pt x="0" y="5842"/>
                      <a:pt x="56078" y="0"/>
                      <a:pt x="125254" y="0"/>
                    </a:cubicBezTo>
                    <a:cubicBezTo>
                      <a:pt x="194430" y="0"/>
                      <a:pt x="250508" y="5842"/>
                      <a:pt x="250508" y="13049"/>
                    </a:cubicBezTo>
                    <a:close/>
                  </a:path>
                </a:pathLst>
              </a:custGeom>
              <a:no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214" name="Google Shape;1214;p29"/>
              <p:cNvSpPr/>
              <p:nvPr/>
            </p:nvSpPr>
            <p:spPr>
              <a:xfrm>
                <a:off x="9616486" y="2935274"/>
                <a:ext cx="312350" cy="1424"/>
              </a:xfrm>
              <a:custGeom>
                <a:rect b="b" l="l" r="r" t="t"/>
                <a:pathLst>
                  <a:path extrusionOk="0" h="1142" w="250507">
                    <a:moveTo>
                      <a:pt x="250508" y="572"/>
                    </a:moveTo>
                    <a:cubicBezTo>
                      <a:pt x="250508" y="887"/>
                      <a:pt x="194430" y="1143"/>
                      <a:pt x="125254" y="1143"/>
                    </a:cubicBezTo>
                    <a:cubicBezTo>
                      <a:pt x="56078" y="1143"/>
                      <a:pt x="0" y="887"/>
                      <a:pt x="0" y="572"/>
                    </a:cubicBezTo>
                    <a:cubicBezTo>
                      <a:pt x="0" y="256"/>
                      <a:pt x="56078" y="0"/>
                      <a:pt x="125254" y="0"/>
                    </a:cubicBezTo>
                    <a:cubicBezTo>
                      <a:pt x="194430" y="0"/>
                      <a:pt x="250508" y="256"/>
                      <a:pt x="250508" y="572"/>
                    </a:cubicBezTo>
                    <a:close/>
                  </a:path>
                </a:pathLst>
              </a:custGeom>
              <a:no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grpSp>
      <p:grpSp>
        <p:nvGrpSpPr>
          <p:cNvPr id="1215" name="Google Shape;1215;p29"/>
          <p:cNvGrpSpPr/>
          <p:nvPr/>
        </p:nvGrpSpPr>
        <p:grpSpPr>
          <a:xfrm>
            <a:off x="10574593" y="4411478"/>
            <a:ext cx="663264" cy="663264"/>
            <a:chOff x="969134" y="4249768"/>
            <a:chExt cx="446149" cy="446149"/>
          </a:xfrm>
        </p:grpSpPr>
        <p:sp>
          <p:nvSpPr>
            <p:cNvPr id="1216" name="Google Shape;1216;p29"/>
            <p:cNvSpPr/>
            <p:nvPr/>
          </p:nvSpPr>
          <p:spPr>
            <a:xfrm>
              <a:off x="969134" y="4249768"/>
              <a:ext cx="446149" cy="446149"/>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217" name="Google Shape;1217;p29"/>
            <p:cNvSpPr/>
            <p:nvPr/>
          </p:nvSpPr>
          <p:spPr>
            <a:xfrm>
              <a:off x="1101086" y="4346251"/>
              <a:ext cx="182243" cy="253182"/>
            </a:xfrm>
            <a:custGeom>
              <a:rect b="b" l="l" r="r" t="t"/>
              <a:pathLst>
                <a:path extrusionOk="0" h="560125" w="403184">
                  <a:moveTo>
                    <a:pt x="6479" y="294415"/>
                  </a:moveTo>
                  <a:lnTo>
                    <a:pt x="255368" y="6950"/>
                  </a:lnTo>
                  <a:cubicBezTo>
                    <a:pt x="263759" y="-2480"/>
                    <a:pt x="278209" y="-3318"/>
                    <a:pt x="287638" y="5083"/>
                  </a:cubicBezTo>
                  <a:cubicBezTo>
                    <a:pt x="293125" y="9960"/>
                    <a:pt x="295925" y="17170"/>
                    <a:pt x="295182" y="24476"/>
                  </a:cubicBezTo>
                  <a:lnTo>
                    <a:pt x="269179" y="182687"/>
                  </a:lnTo>
                  <a:cubicBezTo>
                    <a:pt x="268208" y="192592"/>
                    <a:pt x="273751" y="201993"/>
                    <a:pt x="282895" y="205928"/>
                  </a:cubicBezTo>
                  <a:lnTo>
                    <a:pt x="389956" y="252028"/>
                  </a:lnTo>
                  <a:cubicBezTo>
                    <a:pt x="401576" y="256972"/>
                    <a:pt x="406977" y="270402"/>
                    <a:pt x="402034" y="282013"/>
                  </a:cubicBezTo>
                  <a:cubicBezTo>
                    <a:pt x="401005" y="284442"/>
                    <a:pt x="399557" y="286671"/>
                    <a:pt x="397767" y="288604"/>
                  </a:cubicBezTo>
                  <a:lnTo>
                    <a:pt x="155260" y="552066"/>
                  </a:lnTo>
                  <a:cubicBezTo>
                    <a:pt x="146640" y="561362"/>
                    <a:pt x="132114" y="561915"/>
                    <a:pt x="122818" y="553304"/>
                  </a:cubicBezTo>
                  <a:cubicBezTo>
                    <a:pt x="117417" y="548294"/>
                    <a:pt x="114741" y="540998"/>
                    <a:pt x="115636" y="533683"/>
                  </a:cubicBezTo>
                  <a:lnTo>
                    <a:pt x="132876" y="396713"/>
                  </a:lnTo>
                  <a:cubicBezTo>
                    <a:pt x="134124" y="386379"/>
                    <a:pt x="128323" y="376472"/>
                    <a:pt x="118684" y="372520"/>
                  </a:cubicBezTo>
                  <a:lnTo>
                    <a:pt x="15433" y="330991"/>
                  </a:lnTo>
                  <a:cubicBezTo>
                    <a:pt x="3631" y="326504"/>
                    <a:pt x="-2303" y="313302"/>
                    <a:pt x="2174" y="301501"/>
                  </a:cubicBezTo>
                  <a:cubicBezTo>
                    <a:pt x="3164" y="298901"/>
                    <a:pt x="4622" y="296500"/>
                    <a:pt x="6479" y="29441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grpSp>
        <p:nvGrpSpPr>
          <p:cNvPr id="1218" name="Google Shape;1218;p29"/>
          <p:cNvGrpSpPr/>
          <p:nvPr/>
        </p:nvGrpSpPr>
        <p:grpSpPr>
          <a:xfrm>
            <a:off x="5556460" y="2236943"/>
            <a:ext cx="1536963" cy="1492887"/>
            <a:chOff x="5621819" y="2236943"/>
            <a:chExt cx="1536963" cy="1492887"/>
          </a:xfrm>
        </p:grpSpPr>
        <p:sp>
          <p:nvSpPr>
            <p:cNvPr id="1219" name="Google Shape;1219;p29"/>
            <p:cNvSpPr/>
            <p:nvPr/>
          </p:nvSpPr>
          <p:spPr>
            <a:xfrm>
              <a:off x="5625617" y="2236943"/>
              <a:ext cx="1533165" cy="1105804"/>
            </a:xfrm>
            <a:custGeom>
              <a:rect b="b" l="l" r="r" t="t"/>
              <a:pathLst>
                <a:path extrusionOk="0" h="1105804" w="1533165">
                  <a:moveTo>
                    <a:pt x="946" y="933890"/>
                  </a:moveTo>
                  <a:cubicBezTo>
                    <a:pt x="46298" y="967368"/>
                    <a:pt x="99209" y="989337"/>
                    <a:pt x="154996" y="997446"/>
                  </a:cubicBezTo>
                  <a:cubicBezTo>
                    <a:pt x="206126" y="1003461"/>
                    <a:pt x="257598" y="1005552"/>
                    <a:pt x="309045" y="1003985"/>
                  </a:cubicBezTo>
                  <a:lnTo>
                    <a:pt x="617404" y="1006338"/>
                  </a:lnTo>
                  <a:lnTo>
                    <a:pt x="694297" y="1006338"/>
                  </a:lnTo>
                  <a:lnTo>
                    <a:pt x="733267" y="1006338"/>
                  </a:lnTo>
                  <a:cubicBezTo>
                    <a:pt x="745821" y="1006338"/>
                    <a:pt x="759421" y="1006338"/>
                    <a:pt x="769884" y="1006338"/>
                  </a:cubicBezTo>
                  <a:cubicBezTo>
                    <a:pt x="792036" y="1003199"/>
                    <a:pt x="811756" y="990646"/>
                    <a:pt x="823762" y="971812"/>
                  </a:cubicBezTo>
                  <a:cubicBezTo>
                    <a:pt x="829593" y="962397"/>
                    <a:pt x="833333" y="951676"/>
                    <a:pt x="834746" y="940690"/>
                  </a:cubicBezTo>
                  <a:cubicBezTo>
                    <a:pt x="834746" y="930489"/>
                    <a:pt x="834746" y="914536"/>
                    <a:pt x="834746" y="903550"/>
                  </a:cubicBezTo>
                  <a:lnTo>
                    <a:pt x="837884" y="593884"/>
                  </a:lnTo>
                  <a:lnTo>
                    <a:pt x="837884" y="131736"/>
                  </a:lnTo>
                  <a:cubicBezTo>
                    <a:pt x="837884" y="118659"/>
                    <a:pt x="837884" y="105582"/>
                    <a:pt x="837884" y="92505"/>
                  </a:cubicBezTo>
                  <a:cubicBezTo>
                    <a:pt x="838826" y="78384"/>
                    <a:pt x="842932" y="64521"/>
                    <a:pt x="849916" y="51967"/>
                  </a:cubicBezTo>
                  <a:cubicBezTo>
                    <a:pt x="863855" y="26599"/>
                    <a:pt x="888415" y="8812"/>
                    <a:pt x="916871" y="3321"/>
                  </a:cubicBezTo>
                  <a:cubicBezTo>
                    <a:pt x="930130" y="1488"/>
                    <a:pt x="943522" y="703"/>
                    <a:pt x="956886" y="1488"/>
                  </a:cubicBezTo>
                  <a:lnTo>
                    <a:pt x="994810" y="1488"/>
                  </a:lnTo>
                  <a:lnTo>
                    <a:pt x="1071704" y="1488"/>
                  </a:lnTo>
                  <a:lnTo>
                    <a:pt x="1226015" y="1488"/>
                  </a:lnTo>
                  <a:cubicBezTo>
                    <a:pt x="1328539" y="1488"/>
                    <a:pt x="1431247" y="444"/>
                    <a:pt x="1534112" y="-1650"/>
                  </a:cubicBezTo>
                  <a:lnTo>
                    <a:pt x="1534112" y="27904"/>
                  </a:lnTo>
                  <a:cubicBezTo>
                    <a:pt x="1431404" y="26337"/>
                    <a:pt x="1328723" y="25290"/>
                    <a:pt x="1226015" y="24766"/>
                  </a:cubicBezTo>
                  <a:lnTo>
                    <a:pt x="1071704" y="24766"/>
                  </a:lnTo>
                  <a:lnTo>
                    <a:pt x="994810" y="24766"/>
                  </a:lnTo>
                  <a:lnTo>
                    <a:pt x="956102" y="24766"/>
                  </a:lnTo>
                  <a:cubicBezTo>
                    <a:pt x="943862" y="24242"/>
                    <a:pt x="931621" y="24766"/>
                    <a:pt x="919486" y="26337"/>
                  </a:cubicBezTo>
                  <a:cubicBezTo>
                    <a:pt x="897228" y="31043"/>
                    <a:pt x="878136" y="45429"/>
                    <a:pt x="867177" y="65306"/>
                  </a:cubicBezTo>
                  <a:cubicBezTo>
                    <a:pt x="861502" y="75245"/>
                    <a:pt x="858180" y="86490"/>
                    <a:pt x="857500" y="97999"/>
                  </a:cubicBezTo>
                  <a:cubicBezTo>
                    <a:pt x="857500" y="109506"/>
                    <a:pt x="857500" y="124154"/>
                    <a:pt x="857500" y="135922"/>
                  </a:cubicBezTo>
                  <a:lnTo>
                    <a:pt x="857500" y="593884"/>
                  </a:lnTo>
                  <a:lnTo>
                    <a:pt x="859593" y="902244"/>
                  </a:lnTo>
                  <a:cubicBezTo>
                    <a:pt x="859593" y="915583"/>
                    <a:pt x="859593" y="926827"/>
                    <a:pt x="859593" y="941999"/>
                  </a:cubicBezTo>
                  <a:cubicBezTo>
                    <a:pt x="858075" y="956644"/>
                    <a:pt x="853342" y="970506"/>
                    <a:pt x="845730" y="983060"/>
                  </a:cubicBezTo>
                  <a:cubicBezTo>
                    <a:pt x="830220" y="1008691"/>
                    <a:pt x="804146" y="1025953"/>
                    <a:pt x="774591" y="1030139"/>
                  </a:cubicBezTo>
                  <a:cubicBezTo>
                    <a:pt x="761305" y="1031445"/>
                    <a:pt x="747939" y="1031968"/>
                    <a:pt x="734574" y="1031706"/>
                  </a:cubicBezTo>
                  <a:lnTo>
                    <a:pt x="695867" y="1031706"/>
                  </a:lnTo>
                  <a:lnTo>
                    <a:pt x="618973" y="1031706"/>
                  </a:lnTo>
                  <a:lnTo>
                    <a:pt x="310614" y="1034059"/>
                  </a:lnTo>
                  <a:cubicBezTo>
                    <a:pt x="259168" y="1032492"/>
                    <a:pt x="207697" y="1034845"/>
                    <a:pt x="156565" y="1040598"/>
                  </a:cubicBezTo>
                  <a:cubicBezTo>
                    <a:pt x="100803" y="1048969"/>
                    <a:pt x="47920" y="1070676"/>
                    <a:pt x="2516" y="110415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cxnSp>
          <p:nvCxnSpPr>
            <p:cNvPr id="1220" name="Google Shape;1220;p29"/>
            <p:cNvCxnSpPr/>
            <p:nvPr/>
          </p:nvCxnSpPr>
          <p:spPr>
            <a:xfrm>
              <a:off x="5621819" y="2786183"/>
              <a:ext cx="0" cy="943647"/>
            </a:xfrm>
            <a:prstGeom prst="straightConnector1">
              <a:avLst/>
            </a:prstGeom>
            <a:noFill/>
            <a:ln cap="flat" cmpd="sng" w="19050">
              <a:solidFill>
                <a:schemeClr val="accent3"/>
              </a:solidFill>
              <a:prstDash val="solid"/>
              <a:miter lim="800000"/>
              <a:headEnd len="sm" w="sm" type="none"/>
              <a:tailEnd len="sm" w="sm" type="none"/>
            </a:ln>
          </p:spPr>
        </p:cxnSp>
      </p:grpSp>
      <p:sp>
        <p:nvSpPr>
          <p:cNvPr id="1221" name="Google Shape;1221;p29"/>
          <p:cNvSpPr/>
          <p:nvPr>
            <p:ph idx="2" type="pic"/>
          </p:nvPr>
        </p:nvSpPr>
        <p:spPr>
          <a:xfrm>
            <a:off x="6858083" y="1449660"/>
            <a:ext cx="3412189" cy="4578156"/>
          </a:xfrm>
          <a:prstGeom prst="roundRect">
            <a:avLst>
              <a:gd fmla="val 4111" name="adj"/>
            </a:avLst>
          </a:prstGeom>
          <a:solidFill>
            <a:schemeClr val="lt1"/>
          </a:solidFill>
          <a:ln>
            <a:noFill/>
          </a:ln>
        </p:spPr>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p30"/>
          <p:cNvSpPr/>
          <p:nvPr/>
        </p:nvSpPr>
        <p:spPr>
          <a:xfrm>
            <a:off x="6797674" y="527050"/>
            <a:ext cx="3409037" cy="342900"/>
          </a:xfrm>
          <a:prstGeom prst="roundRect">
            <a:avLst>
              <a:gd fmla="val 50000" name="adj"/>
            </a:avLst>
          </a:prstGeom>
          <a:solidFill>
            <a:schemeClr val="lt2"/>
          </a:solidFill>
          <a:ln cap="flat" cmpd="sng" w="12700">
            <a:solidFill>
              <a:schemeClr val="accent2"/>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227" name="Google Shape;1227;p30"/>
          <p:cNvSpPr/>
          <p:nvPr/>
        </p:nvSpPr>
        <p:spPr>
          <a:xfrm>
            <a:off x="10560050" y="527050"/>
            <a:ext cx="1098549" cy="342900"/>
          </a:xfrm>
          <a:prstGeom prst="roundRect">
            <a:avLst>
              <a:gd fmla="val 50000" name="adj"/>
            </a:avLst>
          </a:prstGeom>
          <a:solidFill>
            <a:schemeClr val="accent2"/>
          </a:solidFill>
          <a:ln cap="flat" cmpd="sng" w="12700">
            <a:solidFill>
              <a:schemeClr val="accen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228" name="Google Shape;1228;p30"/>
          <p:cNvSpPr txBox="1"/>
          <p:nvPr/>
        </p:nvSpPr>
        <p:spPr>
          <a:xfrm>
            <a:off x="10784556" y="577850"/>
            <a:ext cx="678391"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Poppins"/>
                <a:ea typeface="Poppins"/>
                <a:cs typeface="Poppins"/>
                <a:sym typeface="Poppins"/>
              </a:rPr>
              <a:t>Search</a:t>
            </a:r>
            <a:endParaRPr b="0" i="0" sz="1400" u="none" cap="none" strike="noStrike">
              <a:solidFill>
                <a:srgbClr val="000000"/>
              </a:solidFill>
              <a:latin typeface="Arial"/>
              <a:ea typeface="Arial"/>
              <a:cs typeface="Arial"/>
              <a:sym typeface="Arial"/>
            </a:endParaRPr>
          </a:p>
        </p:txBody>
      </p:sp>
      <p:sp>
        <p:nvSpPr>
          <p:cNvPr id="1229" name="Google Shape;1229;p30"/>
          <p:cNvSpPr txBox="1"/>
          <p:nvPr/>
        </p:nvSpPr>
        <p:spPr>
          <a:xfrm>
            <a:off x="7133321" y="577850"/>
            <a:ext cx="606256"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Home</a:t>
            </a:r>
            <a:endParaRPr b="0" i="0" sz="1400" u="none" cap="none" strike="noStrike">
              <a:solidFill>
                <a:srgbClr val="000000"/>
              </a:solidFill>
              <a:latin typeface="Arial"/>
              <a:ea typeface="Arial"/>
              <a:cs typeface="Arial"/>
              <a:sym typeface="Arial"/>
            </a:endParaRPr>
          </a:p>
        </p:txBody>
      </p:sp>
      <p:sp>
        <p:nvSpPr>
          <p:cNvPr id="1230" name="Google Shape;1230;p30"/>
          <p:cNvSpPr txBox="1"/>
          <p:nvPr/>
        </p:nvSpPr>
        <p:spPr>
          <a:xfrm>
            <a:off x="8099690" y="577850"/>
            <a:ext cx="809837"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About Us</a:t>
            </a:r>
            <a:endParaRPr b="0" i="0" sz="1400" u="none" cap="none" strike="noStrike">
              <a:solidFill>
                <a:srgbClr val="000000"/>
              </a:solidFill>
              <a:latin typeface="Arial"/>
              <a:ea typeface="Arial"/>
              <a:cs typeface="Arial"/>
              <a:sym typeface="Arial"/>
            </a:endParaRPr>
          </a:p>
        </p:txBody>
      </p:sp>
      <p:sp>
        <p:nvSpPr>
          <p:cNvPr id="1231" name="Google Shape;1231;p30"/>
          <p:cNvSpPr txBox="1"/>
          <p:nvPr/>
        </p:nvSpPr>
        <p:spPr>
          <a:xfrm>
            <a:off x="9277655" y="577850"/>
            <a:ext cx="75533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Contact</a:t>
            </a:r>
            <a:endParaRPr b="0" i="0" sz="1400" u="none" cap="none" strike="noStrike">
              <a:solidFill>
                <a:srgbClr val="000000"/>
              </a:solidFill>
              <a:latin typeface="Arial"/>
              <a:ea typeface="Arial"/>
              <a:cs typeface="Arial"/>
              <a:sym typeface="Arial"/>
            </a:endParaRPr>
          </a:p>
        </p:txBody>
      </p:sp>
      <p:grpSp>
        <p:nvGrpSpPr>
          <p:cNvPr id="1232" name="Google Shape;1232;p30"/>
          <p:cNvGrpSpPr/>
          <p:nvPr/>
        </p:nvGrpSpPr>
        <p:grpSpPr>
          <a:xfrm>
            <a:off x="6997702" y="669152"/>
            <a:ext cx="95248" cy="68286"/>
            <a:chOff x="3790" y="2022"/>
            <a:chExt cx="282" cy="150"/>
          </a:xfrm>
        </p:grpSpPr>
        <p:cxnSp>
          <p:nvCxnSpPr>
            <p:cNvPr id="1233" name="Google Shape;1233;p30"/>
            <p:cNvCxnSpPr/>
            <p:nvPr/>
          </p:nvCxnSpPr>
          <p:spPr>
            <a:xfrm>
              <a:off x="3790" y="2172"/>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1234" name="Google Shape;1234;p30"/>
            <p:cNvCxnSpPr/>
            <p:nvPr/>
          </p:nvCxnSpPr>
          <p:spPr>
            <a:xfrm>
              <a:off x="3790" y="2097"/>
              <a:ext cx="282" cy="0"/>
            </a:xfrm>
            <a:prstGeom prst="straightConnector1">
              <a:avLst/>
            </a:prstGeom>
            <a:noFill/>
            <a:ln cap="flat" cmpd="sng" w="12700">
              <a:solidFill>
                <a:srgbClr val="000000"/>
              </a:solidFill>
              <a:prstDash val="solid"/>
              <a:miter lim="800000"/>
              <a:headEnd len="sm" w="sm" type="none"/>
              <a:tailEnd len="sm" w="sm" type="none"/>
            </a:ln>
          </p:spPr>
        </p:cxnSp>
        <p:cxnSp>
          <p:nvCxnSpPr>
            <p:cNvPr id="1235" name="Google Shape;1235;p30"/>
            <p:cNvCxnSpPr/>
            <p:nvPr/>
          </p:nvCxnSpPr>
          <p:spPr>
            <a:xfrm>
              <a:off x="3790" y="2022"/>
              <a:ext cx="282" cy="0"/>
            </a:xfrm>
            <a:prstGeom prst="straightConnector1">
              <a:avLst/>
            </a:prstGeom>
            <a:noFill/>
            <a:ln cap="flat" cmpd="sng" w="12700">
              <a:solidFill>
                <a:srgbClr val="000000"/>
              </a:solidFill>
              <a:prstDash val="solid"/>
              <a:miter lim="800000"/>
              <a:headEnd len="sm" w="sm" type="none"/>
              <a:tailEnd len="sm" w="sm" type="none"/>
            </a:ln>
          </p:spPr>
        </p:cxnSp>
      </p:grpSp>
      <p:sp>
        <p:nvSpPr>
          <p:cNvPr id="1236" name="Google Shape;1236;p30"/>
          <p:cNvSpPr txBox="1"/>
          <p:nvPr/>
        </p:nvSpPr>
        <p:spPr>
          <a:xfrm>
            <a:off x="6271827" y="2116860"/>
            <a:ext cx="5109118"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chemeClr val="dk1"/>
                </a:solidFill>
                <a:latin typeface="Poppins Medium"/>
                <a:ea typeface="Poppins Medium"/>
                <a:cs typeface="Poppins Medium"/>
                <a:sym typeface="Poppins Medium"/>
              </a:rPr>
              <a:t>Thank You For Your Attention</a:t>
            </a:r>
            <a:endParaRPr b="1" i="0" sz="4800" u="none" cap="none" strike="noStrike">
              <a:solidFill>
                <a:schemeClr val="dk1"/>
              </a:solidFill>
              <a:latin typeface="Poppins Medium"/>
              <a:ea typeface="Poppins Medium"/>
              <a:cs typeface="Poppins Medium"/>
              <a:sym typeface="Poppins Medium"/>
            </a:endParaRPr>
          </a:p>
        </p:txBody>
      </p:sp>
      <p:sp>
        <p:nvSpPr>
          <p:cNvPr id="1237" name="Google Shape;1237;p30"/>
          <p:cNvSpPr/>
          <p:nvPr/>
        </p:nvSpPr>
        <p:spPr>
          <a:xfrm flipH="1">
            <a:off x="6613745" y="4219098"/>
            <a:ext cx="1828320" cy="622516"/>
          </a:xfrm>
          <a:custGeom>
            <a:rect b="b" l="l" r="r" t="t"/>
            <a:pathLst>
              <a:path extrusionOk="0" h="438340" w="1309307">
                <a:moveTo>
                  <a:pt x="1281963" y="228422"/>
                </a:moveTo>
                <a:cubicBezTo>
                  <a:pt x="1283106" y="230413"/>
                  <a:pt x="1284726" y="232061"/>
                  <a:pt x="1286726" y="233185"/>
                </a:cubicBezTo>
                <a:lnTo>
                  <a:pt x="1307967" y="245377"/>
                </a:lnTo>
                <a:lnTo>
                  <a:pt x="1307967" y="416255"/>
                </a:lnTo>
                <a:cubicBezTo>
                  <a:pt x="1307967" y="428143"/>
                  <a:pt x="1298442" y="437820"/>
                  <a:pt x="1286535" y="437972"/>
                </a:cubicBezTo>
                <a:lnTo>
                  <a:pt x="20567" y="437972"/>
                </a:lnTo>
                <a:cubicBezTo>
                  <a:pt x="8661" y="437972"/>
                  <a:pt x="-1055" y="428295"/>
                  <a:pt x="-1055" y="416351"/>
                </a:cubicBezTo>
                <a:lnTo>
                  <a:pt x="-1055" y="21444"/>
                </a:lnTo>
                <a:cubicBezTo>
                  <a:pt x="-1055" y="9471"/>
                  <a:pt x="8566" y="-263"/>
                  <a:pt x="20567" y="-368"/>
                </a:cubicBezTo>
                <a:lnTo>
                  <a:pt x="1286535" y="-368"/>
                </a:lnTo>
                <a:cubicBezTo>
                  <a:pt x="1298537" y="-311"/>
                  <a:pt x="1308253" y="9433"/>
                  <a:pt x="1308253" y="21444"/>
                </a:cubicBezTo>
                <a:lnTo>
                  <a:pt x="1308253" y="199847"/>
                </a:lnTo>
                <a:lnTo>
                  <a:pt x="1287012" y="212135"/>
                </a:lnTo>
                <a:cubicBezTo>
                  <a:pt x="1281296" y="215354"/>
                  <a:pt x="1279010" y="222517"/>
                  <a:pt x="1281963" y="22842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238" name="Google Shape;1238;p30"/>
          <p:cNvSpPr txBox="1"/>
          <p:nvPr/>
        </p:nvSpPr>
        <p:spPr>
          <a:xfrm>
            <a:off x="6785473" y="4345690"/>
            <a:ext cx="17105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Poppins Medium"/>
                <a:ea typeface="Poppins Medium"/>
                <a:cs typeface="Poppins Medium"/>
                <a:sym typeface="Poppins Medium"/>
              </a:rPr>
              <a:t>Contact Us</a:t>
            </a:r>
            <a:endParaRPr b="0" i="0" sz="1800" u="none" cap="none" strike="noStrike">
              <a:solidFill>
                <a:schemeClr val="lt1"/>
              </a:solidFill>
              <a:latin typeface="Poppins Medium"/>
              <a:ea typeface="Poppins Medium"/>
              <a:cs typeface="Poppins Medium"/>
              <a:sym typeface="Poppins Medium"/>
            </a:endParaRPr>
          </a:p>
        </p:txBody>
      </p:sp>
      <p:sp>
        <p:nvSpPr>
          <p:cNvPr id="1239" name="Google Shape;1239;p30"/>
          <p:cNvSpPr txBox="1"/>
          <p:nvPr/>
        </p:nvSpPr>
        <p:spPr>
          <a:xfrm>
            <a:off x="6609204" y="5205314"/>
            <a:ext cx="257797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123 Main Street, Any city, State Country 123</a:t>
            </a:r>
            <a:endParaRPr b="1" i="0" sz="1400" u="none" cap="none" strike="noStrike">
              <a:solidFill>
                <a:schemeClr val="dk1"/>
              </a:solidFill>
              <a:latin typeface="Poppins"/>
              <a:ea typeface="Poppins"/>
              <a:cs typeface="Poppins"/>
              <a:sym typeface="Poppins"/>
            </a:endParaRPr>
          </a:p>
        </p:txBody>
      </p:sp>
      <p:sp>
        <p:nvSpPr>
          <p:cNvPr id="1240" name="Google Shape;1240;p30"/>
          <p:cNvSpPr txBox="1"/>
          <p:nvPr/>
        </p:nvSpPr>
        <p:spPr>
          <a:xfrm>
            <a:off x="6609204" y="5881071"/>
            <a:ext cx="201870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+123 456 7890</a:t>
            </a:r>
            <a:endParaRPr b="1" i="0" sz="1400" u="none" cap="none" strike="noStrike">
              <a:solidFill>
                <a:schemeClr val="dk1"/>
              </a:solidFill>
              <a:latin typeface="Poppins"/>
              <a:ea typeface="Poppins"/>
              <a:cs typeface="Poppins"/>
              <a:sym typeface="Poppins"/>
            </a:endParaRPr>
          </a:p>
        </p:txBody>
      </p:sp>
      <p:sp>
        <p:nvSpPr>
          <p:cNvPr id="1241" name="Google Shape;1241;p30"/>
          <p:cNvSpPr txBox="1"/>
          <p:nvPr/>
        </p:nvSpPr>
        <p:spPr>
          <a:xfrm>
            <a:off x="9362244" y="5205314"/>
            <a:ext cx="201870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www.example.com</a:t>
            </a:r>
            <a:endParaRPr b="1" i="0" sz="1400" u="none" cap="none" strike="noStrike">
              <a:solidFill>
                <a:schemeClr val="dk1"/>
              </a:solidFill>
              <a:latin typeface="Poppins"/>
              <a:ea typeface="Poppins"/>
              <a:cs typeface="Poppins"/>
              <a:sym typeface="Poppins"/>
            </a:endParaRPr>
          </a:p>
        </p:txBody>
      </p:sp>
      <p:sp>
        <p:nvSpPr>
          <p:cNvPr id="1242" name="Google Shape;1242;p30"/>
          <p:cNvSpPr txBox="1"/>
          <p:nvPr/>
        </p:nvSpPr>
        <p:spPr>
          <a:xfrm>
            <a:off x="9362244" y="5881071"/>
            <a:ext cx="201870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example@mail.com</a:t>
            </a:r>
            <a:endParaRPr b="1" i="0" sz="1400" u="none" cap="none" strike="noStrike">
              <a:solidFill>
                <a:schemeClr val="dk1"/>
              </a:solidFill>
              <a:latin typeface="Poppins"/>
              <a:ea typeface="Poppins"/>
              <a:cs typeface="Poppins"/>
              <a:sym typeface="Poppins"/>
            </a:endParaRPr>
          </a:p>
        </p:txBody>
      </p:sp>
      <p:grpSp>
        <p:nvGrpSpPr>
          <p:cNvPr id="1243" name="Google Shape;1243;p30"/>
          <p:cNvGrpSpPr/>
          <p:nvPr/>
        </p:nvGrpSpPr>
        <p:grpSpPr>
          <a:xfrm flipH="1">
            <a:off x="4999242" y="3931666"/>
            <a:ext cx="1332307" cy="1197379"/>
            <a:chOff x="5857493" y="3214687"/>
            <a:chExt cx="478726" cy="430244"/>
          </a:xfrm>
        </p:grpSpPr>
        <p:sp>
          <p:nvSpPr>
            <p:cNvPr id="1244" name="Google Shape;1244;p30"/>
            <p:cNvSpPr/>
            <p:nvPr/>
          </p:nvSpPr>
          <p:spPr>
            <a:xfrm>
              <a:off x="5857874" y="3214687"/>
              <a:ext cx="9525" cy="430244"/>
            </a:xfrm>
            <a:custGeom>
              <a:rect b="b" l="l" r="r" t="t"/>
              <a:pathLst>
                <a:path extrusionOk="0" h="430244" w="9525">
                  <a:moveTo>
                    <a:pt x="0" y="0"/>
                  </a:moveTo>
                  <a:lnTo>
                    <a:pt x="0" y="430244"/>
                  </a:lnTo>
                </a:path>
              </a:pathLst>
            </a:custGeom>
            <a:noFill/>
            <a:ln cap="flat" cmpd="sng" w="19050">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245" name="Google Shape;1245;p30"/>
            <p:cNvSpPr/>
            <p:nvPr/>
          </p:nvSpPr>
          <p:spPr>
            <a:xfrm>
              <a:off x="5857493" y="3402139"/>
              <a:ext cx="478726" cy="55340"/>
            </a:xfrm>
            <a:custGeom>
              <a:rect b="b" l="l" r="r" t="t"/>
              <a:pathLst>
                <a:path extrusionOk="0" h="55340" w="478726">
                  <a:moveTo>
                    <a:pt x="597" y="-624"/>
                  </a:moveTo>
                  <a:cubicBezTo>
                    <a:pt x="8112" y="9197"/>
                    <a:pt x="18599" y="16312"/>
                    <a:pt x="30506" y="19665"/>
                  </a:cubicBezTo>
                  <a:cubicBezTo>
                    <a:pt x="40383" y="21579"/>
                    <a:pt x="50460" y="22313"/>
                    <a:pt x="60509" y="21855"/>
                  </a:cubicBezTo>
                  <a:lnTo>
                    <a:pt x="120326" y="22808"/>
                  </a:lnTo>
                  <a:lnTo>
                    <a:pt x="239960" y="23951"/>
                  </a:lnTo>
                  <a:lnTo>
                    <a:pt x="359309" y="23951"/>
                  </a:lnTo>
                  <a:cubicBezTo>
                    <a:pt x="399123" y="23951"/>
                    <a:pt x="439033" y="23380"/>
                    <a:pt x="478943" y="22236"/>
                  </a:cubicBezTo>
                  <a:lnTo>
                    <a:pt x="478943" y="31761"/>
                  </a:lnTo>
                  <a:cubicBezTo>
                    <a:pt x="439033" y="30713"/>
                    <a:pt x="399123" y="30523"/>
                    <a:pt x="359309" y="30047"/>
                  </a:cubicBezTo>
                  <a:lnTo>
                    <a:pt x="239579" y="30047"/>
                  </a:lnTo>
                  <a:lnTo>
                    <a:pt x="119945" y="31285"/>
                  </a:lnTo>
                  <a:lnTo>
                    <a:pt x="60128" y="32238"/>
                  </a:lnTo>
                  <a:cubicBezTo>
                    <a:pt x="50080" y="31733"/>
                    <a:pt x="40002" y="32466"/>
                    <a:pt x="30125" y="34428"/>
                  </a:cubicBezTo>
                  <a:cubicBezTo>
                    <a:pt x="18218" y="37781"/>
                    <a:pt x="7731" y="44896"/>
                    <a:pt x="216" y="5471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pic>
        <p:nvPicPr>
          <p:cNvPr id="1246" name="Google Shape;1246;p30"/>
          <p:cNvPicPr preferRelativeResize="0"/>
          <p:nvPr/>
        </p:nvPicPr>
        <p:blipFill rotWithShape="1">
          <a:blip r:embed="rId3">
            <a:alphaModFix/>
          </a:blip>
          <a:srcRect b="2634" l="9633" r="5341" t="2621"/>
          <a:stretch/>
        </p:blipFill>
        <p:spPr>
          <a:xfrm>
            <a:off x="722391" y="614363"/>
            <a:ext cx="5090345" cy="5672137"/>
          </a:xfrm>
          <a:custGeom>
            <a:rect b="b" l="l" r="r" t="t"/>
            <a:pathLst>
              <a:path extrusionOk="0" h="5672137" w="5090345">
                <a:moveTo>
                  <a:pt x="96338" y="0"/>
                </a:moveTo>
                <a:cubicBezTo>
                  <a:pt x="96338" y="0"/>
                  <a:pt x="96338" y="0"/>
                  <a:pt x="3928081" y="0"/>
                </a:cubicBezTo>
                <a:cubicBezTo>
                  <a:pt x="4571366" y="0"/>
                  <a:pt x="5090345" y="522148"/>
                  <a:pt x="5090345" y="1162400"/>
                </a:cubicBezTo>
                <a:cubicBezTo>
                  <a:pt x="5090345" y="1162400"/>
                  <a:pt x="5090345" y="1162400"/>
                  <a:pt x="5090345" y="5572681"/>
                </a:cubicBezTo>
                <a:cubicBezTo>
                  <a:pt x="5090345" y="5628625"/>
                  <a:pt x="5046838" y="5672137"/>
                  <a:pt x="4994008" y="5672137"/>
                </a:cubicBezTo>
                <a:cubicBezTo>
                  <a:pt x="4994008" y="5672137"/>
                  <a:pt x="4994008" y="5672137"/>
                  <a:pt x="96338" y="5672137"/>
                </a:cubicBezTo>
                <a:cubicBezTo>
                  <a:pt x="43507" y="5672137"/>
                  <a:pt x="0" y="5628625"/>
                  <a:pt x="0" y="5572681"/>
                </a:cubicBezTo>
                <a:cubicBezTo>
                  <a:pt x="0" y="5572681"/>
                  <a:pt x="0" y="5572681"/>
                  <a:pt x="0" y="96349"/>
                </a:cubicBezTo>
                <a:cubicBezTo>
                  <a:pt x="0" y="43512"/>
                  <a:pt x="43507" y="0"/>
                  <a:pt x="96338" y="0"/>
                </a:cubicBezTo>
                <a:close/>
              </a:path>
            </a:pathLst>
          </a:cu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ui/ux 1">
      <a:dk1>
        <a:srgbClr val="232323"/>
      </a:dk1>
      <a:lt1>
        <a:srgbClr val="FFFFFF"/>
      </a:lt1>
      <a:dk2>
        <a:srgbClr val="232323"/>
      </a:dk2>
      <a:lt2>
        <a:srgbClr val="FFFFFF"/>
      </a:lt2>
      <a:accent1>
        <a:srgbClr val="B8FF6E"/>
      </a:accent1>
      <a:accent2>
        <a:srgbClr val="232323"/>
      </a:accent2>
      <a:accent3>
        <a:srgbClr val="13505B"/>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2024-10-21T02:22:18Z</dcterms:created>
  <dc:creator>Windows User</dc:creator>
</cp:coreProperties>
</file>